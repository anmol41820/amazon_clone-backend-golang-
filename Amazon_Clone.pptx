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  <p:sldMasterId id="2147483661" r:id="rId2"/>
    <p:sldMasterId id="2147483663" r:id="rId3"/>
  </p:sldMasterIdLst>
  <p:notesMasterIdLst>
    <p:notesMasterId r:id="rId4"/>
  </p:notesMasterIdLst>
  <p:sldIdLst>
    <p:sldId id="259" r:id="rId5"/>
    <p:sldId id="262" r:id="rId6"/>
    <p:sldId id="265" r:id="rId7"/>
    <p:sldId id="268" r:id="rId8"/>
    <p:sldId id="271" r:id="rId9"/>
    <p:sldId id="274" r:id="rId10"/>
    <p:sldId id="277" r:id="rId11"/>
    <p:sldId id="280" r:id="rId12"/>
    <p:sldId id="283" r:id="rId13"/>
    <p:sldId id="286" r:id="rId14"/>
    <p:sldId id="289" r:id="rId15"/>
    <p:sldId id="292" r:id="rId16"/>
    <p:sldId id="295" r:id="rId17"/>
    <p:sldId id="298" r:id="rId18"/>
    <p:sldId id="301" r:id="rId19"/>
    <p:sldId id="304" r:id="rId20"/>
    <p:sldId id="307" r:id="rId21"/>
  </p:sldIdLst>
  <p:sldSz cx="14630400" cy="8229600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6.xml" /><Relationship Id="rId11" Type="http://schemas.openxmlformats.org/officeDocument/2006/relationships/slide" Target="slides/slide7.xml" /><Relationship Id="rId12" Type="http://schemas.openxmlformats.org/officeDocument/2006/relationships/slide" Target="slides/slide8.xml" /><Relationship Id="rId13" Type="http://schemas.openxmlformats.org/officeDocument/2006/relationships/slide" Target="slides/slide9.xml" /><Relationship Id="rId14" Type="http://schemas.openxmlformats.org/officeDocument/2006/relationships/slide" Target="slides/slide10.xml" /><Relationship Id="rId15" Type="http://schemas.openxmlformats.org/officeDocument/2006/relationships/slide" Target="slides/slide11.xml" /><Relationship Id="rId16" Type="http://schemas.openxmlformats.org/officeDocument/2006/relationships/slide" Target="slides/slide12.xml" /><Relationship Id="rId17" Type="http://schemas.openxmlformats.org/officeDocument/2006/relationships/slide" Target="slides/slide13.xml" /><Relationship Id="rId18" Type="http://schemas.openxmlformats.org/officeDocument/2006/relationships/slide" Target="slides/slide14.xml" /><Relationship Id="rId19" Type="http://schemas.openxmlformats.org/officeDocument/2006/relationships/slide" Target="slides/slide15.xml" /><Relationship Id="rId2" Type="http://schemas.openxmlformats.org/officeDocument/2006/relationships/slideMaster" Target="slideMasters/slideMaster2.xml" /><Relationship Id="rId20" Type="http://schemas.openxmlformats.org/officeDocument/2006/relationships/slide" Target="slides/slide16.xml" /><Relationship Id="rId21" Type="http://schemas.openxmlformats.org/officeDocument/2006/relationships/slide" Target="slides/slide17.xml" /><Relationship Id="rId22" Type="http://schemas.openxmlformats.org/officeDocument/2006/relationships/tags" Target="tags/tag1.xml" /><Relationship Id="rId23" Type="http://schemas.openxmlformats.org/officeDocument/2006/relationships/presProps" Target="presProps.xml" /><Relationship Id="rId24" Type="http://schemas.openxmlformats.org/officeDocument/2006/relationships/viewProps" Target="viewProps.xml" /><Relationship Id="rId25" Type="http://schemas.openxmlformats.org/officeDocument/2006/relationships/theme" Target="theme/theme1.xml" /><Relationship Id="rId26" Type="http://schemas.openxmlformats.org/officeDocument/2006/relationships/tableStyles" Target="tableStyles.xml" /><Relationship Id="rId3" Type="http://schemas.openxmlformats.org/officeDocument/2006/relationships/slideMaster" Target="slideMasters/slideMaster3.xml" /><Relationship Id="rId4" Type="http://schemas.openxmlformats.org/officeDocument/2006/relationships/notesMaster" Target="notesMasters/notesMaster1.xml" /><Relationship Id="rId5" Type="http://schemas.openxmlformats.org/officeDocument/2006/relationships/slide" Target="slides/slide1.xml" /><Relationship Id="rId6" Type="http://schemas.openxmlformats.org/officeDocument/2006/relationships/slide" Target="slides/slide2.xml" /><Relationship Id="rId7" Type="http://schemas.openxmlformats.org/officeDocument/2006/relationships/slide" Target="slides/slide3.xml" /><Relationship Id="rId8" Type="http://schemas.openxmlformats.org/officeDocument/2006/relationships/slide" Target="slides/slide4.xml" /><Relationship Id="rId9" Type="http://schemas.openxmlformats.org/officeDocument/2006/relationships/slide" Target="slides/slide5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4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E42BF8B-616E-4C77-A5E0-D8073761AA7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B07A95E-7472-4447-9C95-B5B08FDCA4A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1805431-07EC-4204-84BA-00205864895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315B712-9EC2-4F68-9D89-C45016C8FC7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29CB5D8C-8CFE-4D57-B5CB-5366D9E4E5B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549036B6-E2C4-4FA8-B376-4AB6B2BEB29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C5E6DB92-B015-490E-ADD2-547101D4D75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E1269523-4F35-4F4F-B72E-DD4A23240D0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C61E003A-3A4B-487A-B392-B1F326E7C5B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949DFCA-5A38-4492-BA87-773139CB2DB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60CE08B-1509-452D-8450-D3F5DF663BD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theme" Target="../theme/theme2.xml" /></Relationships>
</file>

<file path=ppt/slideMasters/_rels/slideMaster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theme" Target="../theme/theme3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1.png" /><Relationship Id="rId4" Type="http://schemas.openxmlformats.org/officeDocument/2006/relationships/image" Target="../media/image2.png" /><Relationship Id="rId5" Type="http://schemas.openxmlformats.org/officeDocument/2006/relationships/image" Target="../media/image3.png" /><Relationship Id="rId6" Type="http://schemas.openxmlformats.org/officeDocument/2006/relationships/image" Target="../media/image4.png" /><Relationship Id="rId7" Type="http://schemas.openxmlformats.org/officeDocument/2006/relationships/hyperlink" Target="https://gamma.app" TargetMode="Externa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4.png" /><Relationship Id="rId6" Type="http://schemas.openxmlformats.org/officeDocument/2006/relationships/hyperlink" Target="https://gamma.app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4.png" /><Relationship Id="rId4" Type="http://schemas.openxmlformats.org/officeDocument/2006/relationships/hyperlink" Target="https://gamma.app" TargetMode="Externa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4.png" /><Relationship Id="rId6" Type="http://schemas.openxmlformats.org/officeDocument/2006/relationships/hyperlink" Target="https://gamma.app" TargetMode="Externa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image" Target="../media/image4.png" /><Relationship Id="rId6" Type="http://schemas.openxmlformats.org/officeDocument/2006/relationships/hyperlink" Target="https://gamma.app" TargetMode="Externa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hyperlink" Target="https://gamma.app" TargetMode="Externa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11.png" /><Relationship Id="rId4" Type="http://schemas.openxmlformats.org/officeDocument/2006/relationships/image" Target="../media/image12.png" /><Relationship Id="rId5" Type="http://schemas.openxmlformats.org/officeDocument/2006/relationships/image" Target="../media/image13.png" /><Relationship Id="rId6" Type="http://schemas.openxmlformats.org/officeDocument/2006/relationships/image" Target="../media/image14.png" /><Relationship Id="rId7" Type="http://schemas.openxmlformats.org/officeDocument/2006/relationships/image" Target="../media/image15.png" /><Relationship Id="rId8" Type="http://schemas.openxmlformats.org/officeDocument/2006/relationships/image" Target="../media/image16.png" /><Relationship Id="rId9" Type="http://schemas.openxmlformats.org/officeDocument/2006/relationships/image" Target="../media/image4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17.png" /><Relationship Id="rId4" Type="http://schemas.openxmlformats.org/officeDocument/2006/relationships/image" Target="../media/image18.png" /><Relationship Id="rId5" Type="http://schemas.openxmlformats.org/officeDocument/2006/relationships/image" Target="../media/image19.png" /><Relationship Id="rId6" Type="http://schemas.openxmlformats.org/officeDocument/2006/relationships/image" Target="../media/image20.png" /><Relationship Id="rId7" Type="http://schemas.openxmlformats.org/officeDocument/2006/relationships/image" Target="../media/image21.png" /><Relationship Id="rId8" Type="http://schemas.openxmlformats.org/officeDocument/2006/relationships/image" Target="../media/image4.png" /><Relationship Id="rId9" Type="http://schemas.openxmlformats.org/officeDocument/2006/relationships/hyperlink" Target="https://gamma.app" TargetMode="Externa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.png" /><Relationship Id="rId4" Type="http://schemas.openxmlformats.org/officeDocument/2006/relationships/hyperlink" Target="https://gamma.app" TargetMode="Externa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22.png" /><Relationship Id="rId4" Type="http://schemas.openxmlformats.org/officeDocument/2006/relationships/image" Target="../media/image23.png" /><Relationship Id="rId5" Type="http://schemas.openxmlformats.org/officeDocument/2006/relationships/image" Target="../media/image4.png" /><Relationship Id="rId6" Type="http://schemas.openxmlformats.org/officeDocument/2006/relationships/hyperlink" Target="https://gamma.app" TargetMode="Externa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24.png" /><Relationship Id="rId4" Type="http://schemas.openxmlformats.org/officeDocument/2006/relationships/image" Target="../media/image25.png" /><Relationship Id="rId5" Type="http://schemas.openxmlformats.org/officeDocument/2006/relationships/image" Target="../media/image26.png" /><Relationship Id="rId6" Type="http://schemas.openxmlformats.org/officeDocument/2006/relationships/image" Target="../media/image27.png" /><Relationship Id="rId7" Type="http://schemas.openxmlformats.org/officeDocument/2006/relationships/image" Target="../media/image4.png" /><Relationship Id="rId8" Type="http://schemas.openxmlformats.org/officeDocument/2006/relationships/hyperlink" Target="https://gamma.app" TargetMode="Externa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28.png" /><Relationship Id="rId4" Type="http://schemas.openxmlformats.org/officeDocument/2006/relationships/image" Target="../media/image29.png" /><Relationship Id="rId5" Type="http://schemas.openxmlformats.org/officeDocument/2006/relationships/image" Target="../media/image4.png" /><Relationship Id="rId6" Type="http://schemas.openxmlformats.org/officeDocument/2006/relationships/hyperlink" Target="https://gamma.app" TargetMode="Externa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28.png" /><Relationship Id="rId4" Type="http://schemas.openxmlformats.org/officeDocument/2006/relationships/image" Target="../media/image4.png" /><Relationship Id="rId5" Type="http://schemas.openxmlformats.org/officeDocument/2006/relationships/hyperlink" Target="https://gamma.app" TargetMode="Externa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28.png" /><Relationship Id="rId4" Type="http://schemas.openxmlformats.org/officeDocument/2006/relationships/image" Target="../media/image30.png" /><Relationship Id="rId5" Type="http://schemas.openxmlformats.org/officeDocument/2006/relationships/image" Target="../media/image4.png" /><Relationship Id="rId6" Type="http://schemas.openxmlformats.org/officeDocument/2006/relationships/hyperlink" Target="https://gamma.app" TargetMode="Externa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28.png" /><Relationship Id="rId4" Type="http://schemas.openxmlformats.org/officeDocument/2006/relationships/image" Target="../media/image31.png" /><Relationship Id="rId5" Type="http://schemas.openxmlformats.org/officeDocument/2006/relationships/image" Target="../media/image4.png" /><Relationship Id="rId6" Type="http://schemas.openxmlformats.org/officeDocument/2006/relationships/hyperlink" Target="https://gamma.app" TargetMode="Externa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28.png" /><Relationship Id="rId4" Type="http://schemas.openxmlformats.org/officeDocument/2006/relationships/image" Target="../media/image32.png" /><Relationship Id="rId5" Type="http://schemas.openxmlformats.org/officeDocument/2006/relationships/image" Target="../media/image4.png" /><Relationship Id="rId6" Type="http://schemas.openxmlformats.org/officeDocument/2006/relationships/hyperlink" Target="https://gamma.app" TargetMode="External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28.png" /><Relationship Id="rId4" Type="http://schemas.openxmlformats.org/officeDocument/2006/relationships/image" Target="../media/image33.png" /><Relationship Id="rId5" Type="http://schemas.openxmlformats.org/officeDocument/2006/relationships/image" Target="../media/image34.png" /><Relationship Id="rId6" Type="http://schemas.openxmlformats.org/officeDocument/2006/relationships/image" Target="../media/image35.png" /><Relationship Id="rId7" Type="http://schemas.openxmlformats.org/officeDocument/2006/relationships/image" Target="../media/image36.png" /><Relationship Id="rId8" Type="http://schemas.openxmlformats.org/officeDocument/2006/relationships/image" Target="../media/image4.png" /><Relationship Id="rId9" Type="http://schemas.openxmlformats.org/officeDocument/2006/relationships/hyperlink" Target="https://gamma.app" TargetMode="Externa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28.png" /><Relationship Id="rId4" Type="http://schemas.openxmlformats.org/officeDocument/2006/relationships/image" Target="../media/image4.png" /><Relationship Id="rId5" Type="http://schemas.openxmlformats.org/officeDocument/2006/relationships/hyperlink" Target="https://gamma.app" TargetMode="Externa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10" y="2325410"/>
            <a:ext cx="4869061" cy="357878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50437" y="1917621"/>
            <a:ext cx="7415927" cy="2129314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8384"/>
              </a:lnSpc>
              <a:buNone/>
            </a:pPr>
            <a:r>
              <a:rPr lang="en-US" sz="6707">
                <a:solidFill>
                  <a:srgbClr val="FBF3FA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API Endpoints Overview</a:t>
            </a:r>
            <a:endParaRPr lang="en-US" sz="6707"/>
          </a:p>
        </p:txBody>
      </p:sp>
      <p:sp>
        <p:nvSpPr>
          <p:cNvPr id="7" name="Text 3"/>
          <p:cNvSpPr/>
          <p:nvPr/>
        </p:nvSpPr>
        <p:spPr>
          <a:xfrm>
            <a:off x="6350437" y="4417219"/>
            <a:ext cx="7415927" cy="1185148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10"/>
              </a:lnSpc>
              <a:buNone/>
            </a:pPr>
            <a:r>
              <a:rPr lang="en-US" sz="1944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This presentation outlines the key API endpoints for our e-commerce platform. Each endpoint handles specific operations related to users, products, orders, and more.</a:t>
            </a:r>
            <a:endParaRPr lang="en-US" sz="1944"/>
          </a:p>
        </p:txBody>
      </p:sp>
      <p:sp>
        <p:nvSpPr>
          <p:cNvPr id="8" name="Shape 4"/>
          <p:cNvSpPr/>
          <p:nvPr/>
        </p:nvSpPr>
        <p:spPr>
          <a:xfrm>
            <a:off x="6350437" y="5898475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8057" y="5906095"/>
            <a:ext cx="379690" cy="37969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68716" y="5880021"/>
            <a:ext cx="2193012" cy="431959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402"/>
              </a:lnSpc>
              <a:buNone/>
            </a:pPr>
            <a:r>
              <a:rPr lang="en-US" sz="2430" b="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by Anmol gupta</a:t>
            </a:r>
            <a:endParaRPr lang="en-US" sz="2430"/>
          </a:p>
        </p:txBody>
      </p:sp>
      <p:pic>
        <p:nvPicPr>
          <p:cNvPr id="11" name="Image 3" descr="preencoded.pn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316" y="3115270"/>
            <a:ext cx="4997648" cy="199905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70533" y="538163"/>
            <a:ext cx="4887039" cy="610910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4810"/>
              </a:lnSpc>
              <a:buNone/>
            </a:pPr>
            <a:r>
              <a:rPr lang="en-US" sz="3848">
                <a:solidFill>
                  <a:srgbClr val="FBF3FA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homeHandler</a:t>
            </a:r>
            <a:endParaRPr lang="en-US" sz="3848"/>
          </a:p>
        </p:txBody>
      </p:sp>
      <p:sp>
        <p:nvSpPr>
          <p:cNvPr id="7" name="Text 3"/>
          <p:cNvSpPr/>
          <p:nvPr/>
        </p:nvSpPr>
        <p:spPr>
          <a:xfrm>
            <a:off x="6170533" y="1442204"/>
            <a:ext cx="7775734" cy="938332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463"/>
              </a:lnSpc>
              <a:buNone/>
            </a:pPr>
            <a:r>
              <a:rPr lang="en-US" sz="1539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homeHandler endpoint checks if a customer is a Prime member. It requires no authentication and returns information about the customer's Prime membership status.</a:t>
            </a:r>
            <a:endParaRPr lang="en-US" sz="1539"/>
          </a:p>
        </p:txBody>
      </p:sp>
      <p:sp>
        <p:nvSpPr>
          <p:cNvPr id="8" name="Shape 4"/>
          <p:cNvSpPr/>
          <p:nvPr/>
        </p:nvSpPr>
        <p:spPr>
          <a:xfrm>
            <a:off x="6170533" y="2600444"/>
            <a:ext cx="7775734" cy="1126212"/>
          </a:xfrm>
          <a:prstGeom prst="roundRect">
            <a:avLst>
              <a:gd name="adj" fmla="val 2604"/>
            </a:avLst>
          </a:prstGeom>
          <a:solidFill>
            <a:srgbClr val="2E2E2F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9" name="Text 5"/>
          <p:cNvSpPr/>
          <p:nvPr/>
        </p:nvSpPr>
        <p:spPr>
          <a:xfrm>
            <a:off x="6365915" y="2795826"/>
            <a:ext cx="2443520" cy="305395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405"/>
              </a:lnSpc>
              <a:buNone/>
            </a:pPr>
            <a:r>
              <a:rPr lang="en-US" sz="1924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Endpoint</a:t>
            </a:r>
            <a:endParaRPr lang="en-US" sz="1924"/>
          </a:p>
        </p:txBody>
      </p:sp>
      <p:sp>
        <p:nvSpPr>
          <p:cNvPr id="10" name="Text 6"/>
          <p:cNvSpPr/>
          <p:nvPr/>
        </p:nvSpPr>
        <p:spPr>
          <a:xfrm>
            <a:off x="6365915" y="3218498"/>
            <a:ext cx="7384971" cy="312777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463"/>
              </a:lnSpc>
              <a:buNone/>
            </a:pPr>
            <a:r>
              <a:rPr lang="en-US" sz="1539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/customerId={id}</a:t>
            </a:r>
            <a:endParaRPr lang="en-US" sz="1539"/>
          </a:p>
        </p:txBody>
      </p:sp>
      <p:sp>
        <p:nvSpPr>
          <p:cNvPr id="11" name="Shape 7"/>
          <p:cNvSpPr/>
          <p:nvPr/>
        </p:nvSpPr>
        <p:spPr>
          <a:xfrm>
            <a:off x="6170533" y="3922038"/>
            <a:ext cx="7775734" cy="1126212"/>
          </a:xfrm>
          <a:prstGeom prst="roundRect">
            <a:avLst>
              <a:gd name="adj" fmla="val 2604"/>
            </a:avLst>
          </a:prstGeom>
          <a:solidFill>
            <a:srgbClr val="2E2E2F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2" name="Text 8"/>
          <p:cNvSpPr/>
          <p:nvPr/>
        </p:nvSpPr>
        <p:spPr>
          <a:xfrm>
            <a:off x="6365915" y="4117419"/>
            <a:ext cx="2443520" cy="305395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405"/>
              </a:lnSpc>
              <a:buNone/>
            </a:pPr>
            <a:r>
              <a:rPr lang="en-US" sz="1924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Method</a:t>
            </a:r>
            <a:endParaRPr lang="en-US" sz="1924"/>
          </a:p>
        </p:txBody>
      </p:sp>
      <p:sp>
        <p:nvSpPr>
          <p:cNvPr id="13" name="Text 9"/>
          <p:cNvSpPr/>
          <p:nvPr/>
        </p:nvSpPr>
        <p:spPr>
          <a:xfrm>
            <a:off x="6365915" y="4540091"/>
            <a:ext cx="7384971" cy="312777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463"/>
              </a:lnSpc>
              <a:buNone/>
            </a:pPr>
            <a:r>
              <a:rPr lang="en-US" sz="1539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GET</a:t>
            </a:r>
            <a:endParaRPr lang="en-US" sz="1539"/>
          </a:p>
        </p:txBody>
      </p:sp>
      <p:sp>
        <p:nvSpPr>
          <p:cNvPr id="14" name="Shape 10"/>
          <p:cNvSpPr/>
          <p:nvPr/>
        </p:nvSpPr>
        <p:spPr>
          <a:xfrm>
            <a:off x="6170533" y="5243632"/>
            <a:ext cx="7775734" cy="1126212"/>
          </a:xfrm>
          <a:prstGeom prst="roundRect">
            <a:avLst>
              <a:gd name="adj" fmla="val 2604"/>
            </a:avLst>
          </a:prstGeom>
          <a:solidFill>
            <a:srgbClr val="2E2E2F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5" name="Text 11"/>
          <p:cNvSpPr/>
          <p:nvPr/>
        </p:nvSpPr>
        <p:spPr>
          <a:xfrm>
            <a:off x="6365915" y="5439013"/>
            <a:ext cx="2443520" cy="305395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405"/>
              </a:lnSpc>
              <a:buNone/>
            </a:pPr>
            <a:r>
              <a:rPr lang="en-US" sz="1924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Authentication</a:t>
            </a:r>
            <a:endParaRPr lang="en-US" sz="1924"/>
          </a:p>
        </p:txBody>
      </p:sp>
      <p:sp>
        <p:nvSpPr>
          <p:cNvPr id="16" name="Text 12"/>
          <p:cNvSpPr/>
          <p:nvPr/>
        </p:nvSpPr>
        <p:spPr>
          <a:xfrm>
            <a:off x="6365915" y="5861685"/>
            <a:ext cx="7384971" cy="312777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463"/>
              </a:lnSpc>
              <a:buNone/>
            </a:pPr>
            <a:r>
              <a:rPr lang="en-US" sz="1539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Not required</a:t>
            </a:r>
            <a:endParaRPr lang="en-US" sz="1539"/>
          </a:p>
        </p:txBody>
      </p:sp>
      <p:sp>
        <p:nvSpPr>
          <p:cNvPr id="17" name="Shape 13"/>
          <p:cNvSpPr/>
          <p:nvPr/>
        </p:nvSpPr>
        <p:spPr>
          <a:xfrm>
            <a:off x="6170533" y="6565225"/>
            <a:ext cx="7775734" cy="1126212"/>
          </a:xfrm>
          <a:prstGeom prst="roundRect">
            <a:avLst>
              <a:gd name="adj" fmla="val 2604"/>
            </a:avLst>
          </a:prstGeom>
          <a:solidFill>
            <a:srgbClr val="2E2E2F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8" name="Text 14"/>
          <p:cNvSpPr/>
          <p:nvPr/>
        </p:nvSpPr>
        <p:spPr>
          <a:xfrm>
            <a:off x="6365915" y="6760607"/>
            <a:ext cx="2443520" cy="305395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405"/>
              </a:lnSpc>
              <a:buNone/>
            </a:pPr>
            <a:r>
              <a:rPr lang="en-US" sz="1924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Response</a:t>
            </a:r>
            <a:endParaRPr lang="en-US" sz="1924"/>
          </a:p>
        </p:txBody>
      </p:sp>
      <p:sp>
        <p:nvSpPr>
          <p:cNvPr id="19" name="Text 15"/>
          <p:cNvSpPr/>
          <p:nvPr/>
        </p:nvSpPr>
        <p:spPr>
          <a:xfrm>
            <a:off x="6365915" y="7183279"/>
            <a:ext cx="7384971" cy="312777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463"/>
              </a:lnSpc>
              <a:buNone/>
            </a:pPr>
            <a:r>
              <a:rPr lang="en-US" sz="1539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Prime membership status</a:t>
            </a:r>
            <a:endParaRPr lang="en-US" sz="1539"/>
          </a:p>
        </p:txBody>
      </p:sp>
      <p:pic>
        <p:nvPicPr>
          <p:cNvPr id="20" name="Image 2" descr="preencoded.png">
            <a:hlinkClick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4" name="Text 2"/>
          <p:cNvSpPr/>
          <p:nvPr/>
        </p:nvSpPr>
        <p:spPr>
          <a:xfrm>
            <a:off x="864037" y="1064419"/>
            <a:ext cx="6172200" cy="771525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6075"/>
              </a:lnSpc>
              <a:buNone/>
            </a:pPr>
            <a:r>
              <a:rPr lang="en-US" sz="4860">
                <a:solidFill>
                  <a:srgbClr val="FBF3FA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userHandler</a:t>
            </a:r>
            <a:endParaRPr lang="en-US" sz="4860"/>
          </a:p>
        </p:txBody>
      </p:sp>
      <p:sp>
        <p:nvSpPr>
          <p:cNvPr id="5" name="Text 3"/>
          <p:cNvSpPr/>
          <p:nvPr/>
        </p:nvSpPr>
        <p:spPr>
          <a:xfrm>
            <a:off x="864037" y="2329696"/>
            <a:ext cx="12902327" cy="790099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10"/>
              </a:lnSpc>
              <a:buNone/>
            </a:pPr>
            <a:r>
              <a:rPr lang="en-US" sz="1944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userHandler manages all user-related operations, including retrieval, creation, update, and deletion. Authentication is required for certain operations.</a:t>
            </a:r>
            <a:endParaRPr lang="en-US" sz="1944"/>
          </a:p>
        </p:txBody>
      </p:sp>
      <p:sp>
        <p:nvSpPr>
          <p:cNvPr id="6" name="Text 4"/>
          <p:cNvSpPr/>
          <p:nvPr/>
        </p:nvSpPr>
        <p:spPr>
          <a:xfrm>
            <a:off x="864037" y="3644265"/>
            <a:ext cx="3086100" cy="385763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38"/>
              </a:lnSpc>
              <a:buNone/>
            </a:pPr>
            <a:r>
              <a:rPr lang="en-US" sz="2430">
                <a:solidFill>
                  <a:srgbClr val="FBF3FA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Endpoints</a:t>
            </a:r>
            <a:endParaRPr lang="en-US" sz="2430"/>
          </a:p>
        </p:txBody>
      </p:sp>
      <p:sp>
        <p:nvSpPr>
          <p:cNvPr id="7" name="Text 5"/>
          <p:cNvSpPr/>
          <p:nvPr/>
        </p:nvSpPr>
        <p:spPr>
          <a:xfrm>
            <a:off x="1258967" y="4276844"/>
            <a:ext cx="3503890" cy="395049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3110"/>
              </a:lnSpc>
              <a:buSzTx/>
              <a:buFont typeface="+mj-lt"/>
              <a:buAutoNum type="arabicPeriod"/>
            </a:pPr>
            <a:r>
              <a:rPr lang="en-US" sz="1944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/users</a:t>
            </a:r>
            <a:endParaRPr lang="en-US" sz="1944"/>
          </a:p>
        </p:txBody>
      </p:sp>
      <p:sp>
        <p:nvSpPr>
          <p:cNvPr id="8" name="Text 6"/>
          <p:cNvSpPr/>
          <p:nvPr/>
        </p:nvSpPr>
        <p:spPr>
          <a:xfrm>
            <a:off x="1258967" y="4758214"/>
            <a:ext cx="3503890" cy="395049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3110"/>
              </a:lnSpc>
              <a:buSzTx/>
              <a:buFont typeface="+mj-lt"/>
              <a:buAutoNum type="arabicPeriod" startAt="2"/>
            </a:pPr>
            <a:r>
              <a:rPr lang="en-US" sz="1944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/user/userId={id}</a:t>
            </a:r>
            <a:endParaRPr lang="en-US" sz="1944"/>
          </a:p>
        </p:txBody>
      </p:sp>
      <p:sp>
        <p:nvSpPr>
          <p:cNvPr id="9" name="Text 7"/>
          <p:cNvSpPr/>
          <p:nvPr/>
        </p:nvSpPr>
        <p:spPr>
          <a:xfrm>
            <a:off x="1258967" y="5239583"/>
            <a:ext cx="3503890" cy="395049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3110"/>
              </a:lnSpc>
              <a:buSzTx/>
              <a:buFont typeface="+mj-lt"/>
              <a:buAutoNum type="arabicPeriod" startAt="3"/>
            </a:pPr>
            <a:r>
              <a:rPr lang="en-US" sz="1944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/addUser</a:t>
            </a:r>
            <a:endParaRPr lang="en-US" sz="1944"/>
          </a:p>
        </p:txBody>
      </p:sp>
      <p:sp>
        <p:nvSpPr>
          <p:cNvPr id="10" name="Text 8"/>
          <p:cNvSpPr/>
          <p:nvPr/>
        </p:nvSpPr>
        <p:spPr>
          <a:xfrm>
            <a:off x="1258967" y="5720953"/>
            <a:ext cx="3503890" cy="395049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3110"/>
              </a:lnSpc>
              <a:buSzTx/>
              <a:buFont typeface="+mj-lt"/>
              <a:buAutoNum type="arabicPeriod" startAt="4"/>
            </a:pPr>
            <a:r>
              <a:rPr lang="en-US" sz="1944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/updateUser/userId={id}</a:t>
            </a:r>
            <a:endParaRPr lang="en-US" sz="1944"/>
          </a:p>
        </p:txBody>
      </p:sp>
      <p:sp>
        <p:nvSpPr>
          <p:cNvPr id="11" name="Text 9"/>
          <p:cNvSpPr/>
          <p:nvPr/>
        </p:nvSpPr>
        <p:spPr>
          <a:xfrm>
            <a:off x="1258967" y="6202323"/>
            <a:ext cx="3503890" cy="395049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3110"/>
              </a:lnSpc>
              <a:buSzTx/>
              <a:buFont typeface="+mj-lt"/>
              <a:buAutoNum type="arabicPeriod" startAt="5"/>
            </a:pPr>
            <a:r>
              <a:rPr lang="en-US" sz="1944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/deleteUser/userId={id}</a:t>
            </a:r>
            <a:endParaRPr lang="en-US" sz="1944"/>
          </a:p>
        </p:txBody>
      </p:sp>
      <p:sp>
        <p:nvSpPr>
          <p:cNvPr id="12" name="Text 10"/>
          <p:cNvSpPr/>
          <p:nvPr/>
        </p:nvSpPr>
        <p:spPr>
          <a:xfrm>
            <a:off x="5372695" y="3644265"/>
            <a:ext cx="3086100" cy="385763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38"/>
              </a:lnSpc>
              <a:buNone/>
            </a:pPr>
            <a:r>
              <a:rPr lang="en-US" sz="2430">
                <a:solidFill>
                  <a:srgbClr val="FBF3FA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Other Endpoints</a:t>
            </a:r>
            <a:endParaRPr lang="en-US" sz="2430"/>
          </a:p>
        </p:txBody>
      </p:sp>
      <p:sp>
        <p:nvSpPr>
          <p:cNvPr id="13" name="Text 11"/>
          <p:cNvSpPr/>
          <p:nvPr/>
        </p:nvSpPr>
        <p:spPr>
          <a:xfrm>
            <a:off x="5767626" y="4276844"/>
            <a:ext cx="3503890" cy="395049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3110"/>
              </a:lnSpc>
              <a:buSzTx/>
              <a:buFont typeface="+mj-lt"/>
              <a:buAutoNum type="arabicPeriod"/>
            </a:pPr>
            <a:r>
              <a:rPr lang="en-US" sz="1944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/registerCustomer</a:t>
            </a:r>
            <a:endParaRPr lang="en-US" sz="1944"/>
          </a:p>
        </p:txBody>
      </p:sp>
      <p:sp>
        <p:nvSpPr>
          <p:cNvPr id="14" name="Text 12"/>
          <p:cNvSpPr/>
          <p:nvPr/>
        </p:nvSpPr>
        <p:spPr>
          <a:xfrm>
            <a:off x="5767626" y="4758214"/>
            <a:ext cx="3503890" cy="395049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3110"/>
              </a:lnSpc>
              <a:buSzTx/>
              <a:buFont typeface="+mj-lt"/>
              <a:buAutoNum type="arabicPeriod" startAt="2"/>
            </a:pPr>
            <a:r>
              <a:rPr lang="en-US" sz="1944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/registerSeller</a:t>
            </a:r>
            <a:endParaRPr lang="en-US" sz="1944"/>
          </a:p>
        </p:txBody>
      </p:sp>
      <p:sp>
        <p:nvSpPr>
          <p:cNvPr id="15" name="Text 13"/>
          <p:cNvSpPr/>
          <p:nvPr/>
        </p:nvSpPr>
        <p:spPr>
          <a:xfrm>
            <a:off x="5767626" y="5239583"/>
            <a:ext cx="3503890" cy="395049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3110"/>
              </a:lnSpc>
              <a:buSzTx/>
              <a:buFont typeface="+mj-lt"/>
              <a:buAutoNum type="arabicPeriod" startAt="3"/>
            </a:pPr>
            <a:r>
              <a:rPr lang="en-US" sz="1944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/login</a:t>
            </a:r>
            <a:endParaRPr lang="en-US" sz="1944"/>
          </a:p>
        </p:txBody>
      </p:sp>
      <p:sp>
        <p:nvSpPr>
          <p:cNvPr id="16" name="Text 14"/>
          <p:cNvSpPr/>
          <p:nvPr/>
        </p:nvSpPr>
        <p:spPr>
          <a:xfrm>
            <a:off x="5767626" y="5720953"/>
            <a:ext cx="3503890" cy="395049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3110"/>
              </a:lnSpc>
              <a:buSzTx/>
              <a:buFont typeface="+mj-lt"/>
              <a:buAutoNum type="arabicPeriod" startAt="4"/>
            </a:pPr>
            <a:r>
              <a:rPr lang="en-US" sz="1944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/logout</a:t>
            </a:r>
            <a:endParaRPr lang="en-US" sz="1944"/>
          </a:p>
        </p:txBody>
      </p:sp>
      <p:sp>
        <p:nvSpPr>
          <p:cNvPr id="17" name="Text 15"/>
          <p:cNvSpPr/>
          <p:nvPr/>
        </p:nvSpPr>
        <p:spPr>
          <a:xfrm>
            <a:off x="5767626" y="6202323"/>
            <a:ext cx="3503890" cy="395049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3110"/>
              </a:lnSpc>
              <a:buSzTx/>
              <a:buFont typeface="+mj-lt"/>
              <a:buAutoNum type="arabicPeriod" startAt="5"/>
            </a:pPr>
            <a:r>
              <a:rPr lang="en-US" sz="1944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/forgotPassword</a:t>
            </a:r>
            <a:endParaRPr lang="en-US" sz="1944"/>
          </a:p>
        </p:txBody>
      </p:sp>
      <p:sp>
        <p:nvSpPr>
          <p:cNvPr id="18" name="Text 16"/>
          <p:cNvSpPr/>
          <p:nvPr/>
        </p:nvSpPr>
        <p:spPr>
          <a:xfrm>
            <a:off x="5767626" y="6683693"/>
            <a:ext cx="3503890" cy="395049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ts val="3110"/>
              </a:lnSpc>
              <a:buSzTx/>
              <a:buFont typeface="+mj-lt"/>
              <a:buAutoNum type="arabicPeriod" startAt="6"/>
            </a:pPr>
            <a:r>
              <a:rPr lang="en-US" sz="1944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/changePassword</a:t>
            </a:r>
            <a:endParaRPr lang="en-US" sz="1944"/>
          </a:p>
        </p:txBody>
      </p:sp>
      <p:sp>
        <p:nvSpPr>
          <p:cNvPr id="19" name="Text 17"/>
          <p:cNvSpPr/>
          <p:nvPr/>
        </p:nvSpPr>
        <p:spPr>
          <a:xfrm>
            <a:off x="9881354" y="3644265"/>
            <a:ext cx="3086100" cy="385763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38"/>
              </a:lnSpc>
              <a:buNone/>
            </a:pPr>
            <a:r>
              <a:rPr lang="en-US" sz="2430">
                <a:solidFill>
                  <a:srgbClr val="FBF3FA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Authentication</a:t>
            </a:r>
            <a:endParaRPr lang="en-US" sz="2430"/>
          </a:p>
        </p:txBody>
      </p:sp>
      <p:sp>
        <p:nvSpPr>
          <p:cNvPr id="20" name="Text 18"/>
          <p:cNvSpPr/>
          <p:nvPr/>
        </p:nvSpPr>
        <p:spPr>
          <a:xfrm>
            <a:off x="9881354" y="4276844"/>
            <a:ext cx="3898821" cy="790099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10"/>
              </a:lnSpc>
              <a:buNone/>
            </a:pPr>
            <a:r>
              <a:rPr lang="en-US" sz="1944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Required for update and delete operations.</a:t>
            </a:r>
            <a:endParaRPr lang="en-US" sz="1944"/>
          </a:p>
        </p:txBody>
      </p:sp>
      <p:pic>
        <p:nvPicPr>
          <p:cNvPr id="21" name="Image 0" descr="preencoded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462" y="2705100"/>
            <a:ext cx="4953476" cy="2819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32327" y="587812"/>
            <a:ext cx="5328404" cy="665917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5245"/>
              </a:lnSpc>
              <a:buNone/>
            </a:pPr>
            <a:r>
              <a:rPr lang="en-US" sz="4196">
                <a:solidFill>
                  <a:srgbClr val="FBF3FA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customerHandler</a:t>
            </a:r>
            <a:endParaRPr lang="en-US" sz="4196"/>
          </a:p>
        </p:txBody>
      </p:sp>
      <p:sp>
        <p:nvSpPr>
          <p:cNvPr id="7" name="Text 3"/>
          <p:cNvSpPr/>
          <p:nvPr/>
        </p:nvSpPr>
        <p:spPr>
          <a:xfrm>
            <a:off x="6232327" y="1573411"/>
            <a:ext cx="7652147" cy="1022985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685"/>
              </a:lnSpc>
              <a:buNone/>
            </a:pPr>
            <a:r>
              <a:rPr lang="en-US" sz="1678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customerHandler manages customer details and operations, including retrieval, creation, update, and deletion. Authentication is required for sensitive operations.</a:t>
            </a:r>
            <a:endParaRPr lang="en-US" sz="1678"/>
          </a:p>
        </p:txBody>
      </p:sp>
      <p:sp>
        <p:nvSpPr>
          <p:cNvPr id="8" name="Shape 4"/>
          <p:cNvSpPr/>
          <p:nvPr/>
        </p:nvSpPr>
        <p:spPr>
          <a:xfrm>
            <a:off x="6232327" y="3075742"/>
            <a:ext cx="479465" cy="479465"/>
          </a:xfrm>
          <a:prstGeom prst="roundRect">
            <a:avLst>
              <a:gd name="adj" fmla="val 6668"/>
            </a:avLst>
          </a:prstGeom>
          <a:solidFill>
            <a:srgbClr val="2E2E2F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9" name="Text 5"/>
          <p:cNvSpPr/>
          <p:nvPr/>
        </p:nvSpPr>
        <p:spPr>
          <a:xfrm>
            <a:off x="6376154" y="3155632"/>
            <a:ext cx="191810" cy="319683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517"/>
              </a:lnSpc>
              <a:buNone/>
            </a:pPr>
            <a:r>
              <a:rPr lang="en-US" sz="2517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1</a:t>
            </a:r>
            <a:endParaRPr lang="en-US" sz="2517"/>
          </a:p>
        </p:txBody>
      </p:sp>
      <p:sp>
        <p:nvSpPr>
          <p:cNvPr id="10" name="Text 6"/>
          <p:cNvSpPr/>
          <p:nvPr/>
        </p:nvSpPr>
        <p:spPr>
          <a:xfrm>
            <a:off x="6924913" y="3075742"/>
            <a:ext cx="2664143" cy="333018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622"/>
              </a:lnSpc>
              <a:buNone/>
            </a:pPr>
            <a:r>
              <a:rPr lang="en-US" sz="2098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Retrieval</a:t>
            </a:r>
            <a:endParaRPr lang="en-US" sz="2098"/>
          </a:p>
        </p:txBody>
      </p:sp>
      <p:sp>
        <p:nvSpPr>
          <p:cNvPr id="11" name="Text 7"/>
          <p:cNvSpPr/>
          <p:nvPr/>
        </p:nvSpPr>
        <p:spPr>
          <a:xfrm>
            <a:off x="6924913" y="3536633"/>
            <a:ext cx="6959560" cy="340995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685"/>
              </a:lnSpc>
              <a:buNone/>
            </a:pPr>
            <a:r>
              <a:rPr lang="en-US" sz="1678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Retrieves all customers or a single customer by ID.</a:t>
            </a:r>
            <a:endParaRPr lang="en-US" sz="1678"/>
          </a:p>
        </p:txBody>
      </p:sp>
      <p:sp>
        <p:nvSpPr>
          <p:cNvPr id="12" name="Shape 8"/>
          <p:cNvSpPr/>
          <p:nvPr/>
        </p:nvSpPr>
        <p:spPr>
          <a:xfrm>
            <a:off x="6232327" y="4330422"/>
            <a:ext cx="479465" cy="479465"/>
          </a:xfrm>
          <a:prstGeom prst="roundRect">
            <a:avLst>
              <a:gd name="adj" fmla="val 6668"/>
            </a:avLst>
          </a:prstGeom>
          <a:solidFill>
            <a:srgbClr val="2E2E2F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3" name="Text 9"/>
          <p:cNvSpPr/>
          <p:nvPr/>
        </p:nvSpPr>
        <p:spPr>
          <a:xfrm>
            <a:off x="6376154" y="4410313"/>
            <a:ext cx="191810" cy="319683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517"/>
              </a:lnSpc>
              <a:buNone/>
            </a:pPr>
            <a:r>
              <a:rPr lang="en-US" sz="2517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2</a:t>
            </a:r>
            <a:endParaRPr lang="en-US" sz="2517"/>
          </a:p>
        </p:txBody>
      </p:sp>
      <p:sp>
        <p:nvSpPr>
          <p:cNvPr id="14" name="Text 10"/>
          <p:cNvSpPr/>
          <p:nvPr/>
        </p:nvSpPr>
        <p:spPr>
          <a:xfrm>
            <a:off x="6924913" y="4330422"/>
            <a:ext cx="2664143" cy="333018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622"/>
              </a:lnSpc>
              <a:buNone/>
            </a:pPr>
            <a:r>
              <a:rPr lang="en-US" sz="2098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Creation</a:t>
            </a:r>
            <a:endParaRPr lang="en-US" sz="2098"/>
          </a:p>
        </p:txBody>
      </p:sp>
      <p:sp>
        <p:nvSpPr>
          <p:cNvPr id="15" name="Text 11"/>
          <p:cNvSpPr/>
          <p:nvPr/>
        </p:nvSpPr>
        <p:spPr>
          <a:xfrm>
            <a:off x="6924913" y="4791313"/>
            <a:ext cx="6959560" cy="340995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685"/>
              </a:lnSpc>
              <a:buNone/>
            </a:pPr>
            <a:r>
              <a:rPr lang="en-US" sz="1678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Adds a new customer.</a:t>
            </a:r>
            <a:endParaRPr lang="en-US" sz="1678"/>
          </a:p>
        </p:txBody>
      </p:sp>
      <p:sp>
        <p:nvSpPr>
          <p:cNvPr id="16" name="Shape 12"/>
          <p:cNvSpPr/>
          <p:nvPr/>
        </p:nvSpPr>
        <p:spPr>
          <a:xfrm>
            <a:off x="6232327" y="5585103"/>
            <a:ext cx="479465" cy="479465"/>
          </a:xfrm>
          <a:prstGeom prst="roundRect">
            <a:avLst>
              <a:gd name="adj" fmla="val 6668"/>
            </a:avLst>
          </a:prstGeom>
          <a:solidFill>
            <a:srgbClr val="2E2E2F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7" name="Text 13"/>
          <p:cNvSpPr/>
          <p:nvPr/>
        </p:nvSpPr>
        <p:spPr>
          <a:xfrm>
            <a:off x="6376154" y="5664994"/>
            <a:ext cx="191810" cy="319683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517"/>
              </a:lnSpc>
              <a:buNone/>
            </a:pPr>
            <a:r>
              <a:rPr lang="en-US" sz="2517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3</a:t>
            </a:r>
            <a:endParaRPr lang="en-US" sz="2517"/>
          </a:p>
        </p:txBody>
      </p:sp>
      <p:sp>
        <p:nvSpPr>
          <p:cNvPr id="18" name="Text 14"/>
          <p:cNvSpPr/>
          <p:nvPr/>
        </p:nvSpPr>
        <p:spPr>
          <a:xfrm>
            <a:off x="6924913" y="5585103"/>
            <a:ext cx="2664143" cy="333018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622"/>
              </a:lnSpc>
              <a:buNone/>
            </a:pPr>
            <a:r>
              <a:rPr lang="en-US" sz="2098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Update</a:t>
            </a:r>
            <a:endParaRPr lang="en-US" sz="2098"/>
          </a:p>
        </p:txBody>
      </p:sp>
      <p:sp>
        <p:nvSpPr>
          <p:cNvPr id="19" name="Text 15"/>
          <p:cNvSpPr/>
          <p:nvPr/>
        </p:nvSpPr>
        <p:spPr>
          <a:xfrm>
            <a:off x="6924913" y="6045994"/>
            <a:ext cx="6959560" cy="340995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685"/>
              </a:lnSpc>
              <a:buNone/>
            </a:pPr>
            <a:r>
              <a:rPr lang="en-US" sz="1678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Updates customer information.</a:t>
            </a:r>
            <a:endParaRPr lang="en-US" sz="1678"/>
          </a:p>
        </p:txBody>
      </p:sp>
      <p:sp>
        <p:nvSpPr>
          <p:cNvPr id="20" name="Shape 16"/>
          <p:cNvSpPr/>
          <p:nvPr/>
        </p:nvSpPr>
        <p:spPr>
          <a:xfrm>
            <a:off x="6232327" y="6839783"/>
            <a:ext cx="479465" cy="479465"/>
          </a:xfrm>
          <a:prstGeom prst="roundRect">
            <a:avLst>
              <a:gd name="adj" fmla="val 6668"/>
            </a:avLst>
          </a:prstGeom>
          <a:solidFill>
            <a:srgbClr val="2E2E2F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21" name="Text 17"/>
          <p:cNvSpPr/>
          <p:nvPr/>
        </p:nvSpPr>
        <p:spPr>
          <a:xfrm>
            <a:off x="6376154" y="6919674"/>
            <a:ext cx="191810" cy="319683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517"/>
              </a:lnSpc>
              <a:buNone/>
            </a:pPr>
            <a:r>
              <a:rPr lang="en-US" sz="2517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4</a:t>
            </a:r>
            <a:endParaRPr lang="en-US" sz="2517"/>
          </a:p>
        </p:txBody>
      </p:sp>
      <p:sp>
        <p:nvSpPr>
          <p:cNvPr id="22" name="Text 18"/>
          <p:cNvSpPr/>
          <p:nvPr/>
        </p:nvSpPr>
        <p:spPr>
          <a:xfrm>
            <a:off x="6924913" y="6839783"/>
            <a:ext cx="2664143" cy="333018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622"/>
              </a:lnSpc>
              <a:buNone/>
            </a:pPr>
            <a:r>
              <a:rPr lang="en-US" sz="2098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Deletion</a:t>
            </a:r>
            <a:endParaRPr lang="en-US" sz="2098"/>
          </a:p>
        </p:txBody>
      </p:sp>
      <p:sp>
        <p:nvSpPr>
          <p:cNvPr id="23" name="Text 19"/>
          <p:cNvSpPr/>
          <p:nvPr/>
        </p:nvSpPr>
        <p:spPr>
          <a:xfrm>
            <a:off x="6924913" y="7300674"/>
            <a:ext cx="6959560" cy="340995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685"/>
              </a:lnSpc>
              <a:buNone/>
            </a:pPr>
            <a:r>
              <a:rPr lang="en-US" sz="1678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Deletes a customer.</a:t>
            </a:r>
            <a:endParaRPr lang="en-US" sz="1678"/>
          </a:p>
        </p:txBody>
      </p:sp>
      <p:pic>
        <p:nvPicPr>
          <p:cNvPr id="24" name="Image 2" descr="preencoded.png">
            <a:hlinkClick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3677" y="2325529"/>
            <a:ext cx="4947047" cy="35784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4975" y="766405"/>
            <a:ext cx="5393174" cy="674132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5308"/>
              </a:lnSpc>
              <a:buNone/>
            </a:pPr>
            <a:r>
              <a:rPr lang="en-US" sz="4247">
                <a:solidFill>
                  <a:srgbClr val="FBF3FA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sellerHandler</a:t>
            </a:r>
            <a:endParaRPr lang="en-US" sz="4247"/>
          </a:p>
        </p:txBody>
      </p:sp>
      <p:sp>
        <p:nvSpPr>
          <p:cNvPr id="7" name="Text 3"/>
          <p:cNvSpPr/>
          <p:nvPr/>
        </p:nvSpPr>
        <p:spPr>
          <a:xfrm>
            <a:off x="754975" y="1764030"/>
            <a:ext cx="7634049" cy="1035487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18"/>
              </a:lnSpc>
              <a:buNone/>
            </a:pPr>
            <a:r>
              <a:rPr lang="en-US" sz="1699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sellerHandler manages seller details and operations, including retrieval, creation, update, and deletion. Authentication is required for updating and deleting sellers.</a:t>
            </a:r>
            <a:endParaRPr lang="en-US" sz="1699"/>
          </a:p>
        </p:txBody>
      </p:sp>
      <p:sp>
        <p:nvSpPr>
          <p:cNvPr id="8" name="Shape 4"/>
          <p:cNvSpPr/>
          <p:nvPr/>
        </p:nvSpPr>
        <p:spPr>
          <a:xfrm>
            <a:off x="754975" y="3042166"/>
            <a:ext cx="7634049" cy="4421029"/>
          </a:xfrm>
          <a:prstGeom prst="roundRect">
            <a:avLst>
              <a:gd name="adj" fmla="val 732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9" name="Shape 5"/>
          <p:cNvSpPr/>
          <p:nvPr/>
        </p:nvSpPr>
        <p:spPr>
          <a:xfrm>
            <a:off x="762595" y="3049786"/>
            <a:ext cx="7617976" cy="619244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0" name="Text 6"/>
          <p:cNvSpPr/>
          <p:nvPr/>
        </p:nvSpPr>
        <p:spPr>
          <a:xfrm>
            <a:off x="979170" y="3186827"/>
            <a:ext cx="2103953" cy="345162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18"/>
              </a:lnSpc>
              <a:buNone/>
            </a:pPr>
            <a:r>
              <a:rPr lang="en-US" sz="1699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Endpoint</a:t>
            </a:r>
            <a:endParaRPr lang="en-US" sz="1699"/>
          </a:p>
        </p:txBody>
      </p:sp>
      <p:sp>
        <p:nvSpPr>
          <p:cNvPr id="11" name="Text 7"/>
          <p:cNvSpPr/>
          <p:nvPr/>
        </p:nvSpPr>
        <p:spPr>
          <a:xfrm>
            <a:off x="3521988" y="3186827"/>
            <a:ext cx="2100143" cy="345162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18"/>
              </a:lnSpc>
              <a:buNone/>
            </a:pPr>
            <a:r>
              <a:rPr lang="en-US" sz="1699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Method</a:t>
            </a:r>
            <a:endParaRPr lang="en-US" sz="1699"/>
          </a:p>
        </p:txBody>
      </p:sp>
      <p:sp>
        <p:nvSpPr>
          <p:cNvPr id="12" name="Text 8"/>
          <p:cNvSpPr/>
          <p:nvPr/>
        </p:nvSpPr>
        <p:spPr>
          <a:xfrm>
            <a:off x="6060996" y="3186827"/>
            <a:ext cx="2103953" cy="345162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18"/>
              </a:lnSpc>
              <a:buNone/>
            </a:pPr>
            <a:r>
              <a:rPr lang="en-US" sz="1699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Authentication</a:t>
            </a:r>
            <a:endParaRPr lang="en-US" sz="1699"/>
          </a:p>
        </p:txBody>
      </p:sp>
      <p:sp>
        <p:nvSpPr>
          <p:cNvPr id="13" name="Shape 9"/>
          <p:cNvSpPr/>
          <p:nvPr/>
        </p:nvSpPr>
        <p:spPr>
          <a:xfrm>
            <a:off x="762595" y="3669030"/>
            <a:ext cx="7617976" cy="619244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4" name="Text 10"/>
          <p:cNvSpPr/>
          <p:nvPr/>
        </p:nvSpPr>
        <p:spPr>
          <a:xfrm>
            <a:off x="979170" y="3806071"/>
            <a:ext cx="2103953" cy="345162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18"/>
              </a:lnSpc>
              <a:buNone/>
            </a:pPr>
            <a:r>
              <a:rPr lang="en-US" sz="1699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/sellers</a:t>
            </a:r>
            <a:endParaRPr lang="en-US" sz="1699"/>
          </a:p>
        </p:txBody>
      </p:sp>
      <p:sp>
        <p:nvSpPr>
          <p:cNvPr id="15" name="Text 11"/>
          <p:cNvSpPr/>
          <p:nvPr/>
        </p:nvSpPr>
        <p:spPr>
          <a:xfrm>
            <a:off x="3521988" y="3806071"/>
            <a:ext cx="2100143" cy="345162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18"/>
              </a:lnSpc>
              <a:buNone/>
            </a:pPr>
            <a:r>
              <a:rPr lang="en-US" sz="1699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GET</a:t>
            </a:r>
            <a:endParaRPr lang="en-US" sz="1699"/>
          </a:p>
        </p:txBody>
      </p:sp>
      <p:sp>
        <p:nvSpPr>
          <p:cNvPr id="16" name="Text 12"/>
          <p:cNvSpPr/>
          <p:nvPr/>
        </p:nvSpPr>
        <p:spPr>
          <a:xfrm>
            <a:off x="6060996" y="3806071"/>
            <a:ext cx="2103953" cy="345162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18"/>
              </a:lnSpc>
              <a:buNone/>
            </a:pPr>
            <a:r>
              <a:rPr lang="en-US" sz="1699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Not required</a:t>
            </a:r>
            <a:endParaRPr lang="en-US" sz="1699"/>
          </a:p>
        </p:txBody>
      </p:sp>
      <p:sp>
        <p:nvSpPr>
          <p:cNvPr id="17" name="Shape 13"/>
          <p:cNvSpPr/>
          <p:nvPr/>
        </p:nvSpPr>
        <p:spPr>
          <a:xfrm>
            <a:off x="762595" y="4288274"/>
            <a:ext cx="7617976" cy="619244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8" name="Text 14"/>
          <p:cNvSpPr/>
          <p:nvPr/>
        </p:nvSpPr>
        <p:spPr>
          <a:xfrm>
            <a:off x="979170" y="4425315"/>
            <a:ext cx="2103953" cy="345162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18"/>
              </a:lnSpc>
              <a:buNone/>
            </a:pPr>
            <a:r>
              <a:rPr lang="en-US" sz="1699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/seller/sellerId={id}</a:t>
            </a:r>
            <a:endParaRPr lang="en-US" sz="1699"/>
          </a:p>
        </p:txBody>
      </p:sp>
      <p:sp>
        <p:nvSpPr>
          <p:cNvPr id="19" name="Text 15"/>
          <p:cNvSpPr/>
          <p:nvPr/>
        </p:nvSpPr>
        <p:spPr>
          <a:xfrm>
            <a:off x="3521988" y="4425315"/>
            <a:ext cx="2100143" cy="345162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18"/>
              </a:lnSpc>
              <a:buNone/>
            </a:pPr>
            <a:r>
              <a:rPr lang="en-US" sz="1699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GET</a:t>
            </a:r>
            <a:endParaRPr lang="en-US" sz="1699"/>
          </a:p>
        </p:txBody>
      </p:sp>
      <p:sp>
        <p:nvSpPr>
          <p:cNvPr id="20" name="Text 16"/>
          <p:cNvSpPr/>
          <p:nvPr/>
        </p:nvSpPr>
        <p:spPr>
          <a:xfrm>
            <a:off x="6060996" y="4425315"/>
            <a:ext cx="2103953" cy="345162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18"/>
              </a:lnSpc>
              <a:buNone/>
            </a:pPr>
            <a:r>
              <a:rPr lang="en-US" sz="1699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Not required</a:t>
            </a:r>
            <a:endParaRPr lang="en-US" sz="1699"/>
          </a:p>
        </p:txBody>
      </p:sp>
      <p:sp>
        <p:nvSpPr>
          <p:cNvPr id="21" name="Shape 17"/>
          <p:cNvSpPr/>
          <p:nvPr/>
        </p:nvSpPr>
        <p:spPr>
          <a:xfrm>
            <a:off x="762595" y="4907518"/>
            <a:ext cx="7617976" cy="619244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22" name="Text 18"/>
          <p:cNvSpPr/>
          <p:nvPr/>
        </p:nvSpPr>
        <p:spPr>
          <a:xfrm>
            <a:off x="979170" y="5044559"/>
            <a:ext cx="2103953" cy="345162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18"/>
              </a:lnSpc>
              <a:buNone/>
            </a:pPr>
            <a:r>
              <a:rPr lang="en-US" sz="1699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/addSeller</a:t>
            </a:r>
            <a:endParaRPr lang="en-US" sz="1699"/>
          </a:p>
        </p:txBody>
      </p:sp>
      <p:sp>
        <p:nvSpPr>
          <p:cNvPr id="23" name="Text 19"/>
          <p:cNvSpPr/>
          <p:nvPr/>
        </p:nvSpPr>
        <p:spPr>
          <a:xfrm>
            <a:off x="3521988" y="5044559"/>
            <a:ext cx="2100143" cy="345162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18"/>
              </a:lnSpc>
              <a:buNone/>
            </a:pPr>
            <a:r>
              <a:rPr lang="en-US" sz="1699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POST</a:t>
            </a:r>
            <a:endParaRPr lang="en-US" sz="1699"/>
          </a:p>
        </p:txBody>
      </p:sp>
      <p:sp>
        <p:nvSpPr>
          <p:cNvPr id="24" name="Text 20"/>
          <p:cNvSpPr/>
          <p:nvPr/>
        </p:nvSpPr>
        <p:spPr>
          <a:xfrm>
            <a:off x="6060996" y="5044559"/>
            <a:ext cx="2103953" cy="345162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18"/>
              </a:lnSpc>
              <a:buNone/>
            </a:pPr>
            <a:r>
              <a:rPr lang="en-US" sz="1699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Required</a:t>
            </a:r>
            <a:endParaRPr lang="en-US" sz="1699"/>
          </a:p>
        </p:txBody>
      </p:sp>
      <p:sp>
        <p:nvSpPr>
          <p:cNvPr id="25" name="Shape 21"/>
          <p:cNvSpPr/>
          <p:nvPr/>
        </p:nvSpPr>
        <p:spPr>
          <a:xfrm>
            <a:off x="762595" y="5526762"/>
            <a:ext cx="7617976" cy="964406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26" name="Text 22"/>
          <p:cNvSpPr/>
          <p:nvPr/>
        </p:nvSpPr>
        <p:spPr>
          <a:xfrm>
            <a:off x="979170" y="5663803"/>
            <a:ext cx="2103953" cy="690324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18"/>
              </a:lnSpc>
              <a:buNone/>
            </a:pPr>
            <a:r>
              <a:rPr lang="en-US" sz="1699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/updateSeller/sellerId={id}</a:t>
            </a:r>
            <a:endParaRPr lang="en-US" sz="1699"/>
          </a:p>
        </p:txBody>
      </p:sp>
      <p:sp>
        <p:nvSpPr>
          <p:cNvPr id="27" name="Text 23"/>
          <p:cNvSpPr/>
          <p:nvPr/>
        </p:nvSpPr>
        <p:spPr>
          <a:xfrm>
            <a:off x="3521988" y="5663803"/>
            <a:ext cx="2100143" cy="345162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18"/>
              </a:lnSpc>
              <a:buNone/>
            </a:pPr>
            <a:r>
              <a:rPr lang="en-US" sz="1699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PUT</a:t>
            </a:r>
            <a:endParaRPr lang="en-US" sz="1699"/>
          </a:p>
        </p:txBody>
      </p:sp>
      <p:sp>
        <p:nvSpPr>
          <p:cNvPr id="28" name="Text 24"/>
          <p:cNvSpPr/>
          <p:nvPr/>
        </p:nvSpPr>
        <p:spPr>
          <a:xfrm>
            <a:off x="6060996" y="5663803"/>
            <a:ext cx="2103953" cy="345162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18"/>
              </a:lnSpc>
              <a:buNone/>
            </a:pPr>
            <a:r>
              <a:rPr lang="en-US" sz="1699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Required</a:t>
            </a:r>
            <a:endParaRPr lang="en-US" sz="1699"/>
          </a:p>
        </p:txBody>
      </p:sp>
      <p:sp>
        <p:nvSpPr>
          <p:cNvPr id="29" name="Shape 25"/>
          <p:cNvSpPr/>
          <p:nvPr/>
        </p:nvSpPr>
        <p:spPr>
          <a:xfrm>
            <a:off x="762595" y="6491168"/>
            <a:ext cx="7617976" cy="964406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30" name="Text 26"/>
          <p:cNvSpPr/>
          <p:nvPr/>
        </p:nvSpPr>
        <p:spPr>
          <a:xfrm>
            <a:off x="979170" y="6628209"/>
            <a:ext cx="2103953" cy="690324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18"/>
              </a:lnSpc>
              <a:buNone/>
            </a:pPr>
            <a:r>
              <a:rPr lang="en-US" sz="1699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/deleteSeller/sellerId={id}</a:t>
            </a:r>
            <a:endParaRPr lang="en-US" sz="1699"/>
          </a:p>
        </p:txBody>
      </p:sp>
      <p:sp>
        <p:nvSpPr>
          <p:cNvPr id="31" name="Text 27"/>
          <p:cNvSpPr/>
          <p:nvPr/>
        </p:nvSpPr>
        <p:spPr>
          <a:xfrm>
            <a:off x="3521988" y="6628209"/>
            <a:ext cx="2100143" cy="345162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18"/>
              </a:lnSpc>
              <a:buNone/>
            </a:pPr>
            <a:r>
              <a:rPr lang="en-US" sz="1699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DELETE</a:t>
            </a:r>
            <a:endParaRPr lang="en-US" sz="1699"/>
          </a:p>
        </p:txBody>
      </p:sp>
      <p:sp>
        <p:nvSpPr>
          <p:cNvPr id="32" name="Text 28"/>
          <p:cNvSpPr/>
          <p:nvPr/>
        </p:nvSpPr>
        <p:spPr>
          <a:xfrm>
            <a:off x="6060996" y="6628209"/>
            <a:ext cx="2103953" cy="345162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18"/>
              </a:lnSpc>
              <a:buNone/>
            </a:pPr>
            <a:r>
              <a:rPr lang="en-US" sz="1699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Required</a:t>
            </a:r>
            <a:endParaRPr lang="en-US" sz="1699"/>
          </a:p>
        </p:txBody>
      </p:sp>
      <p:pic>
        <p:nvPicPr>
          <p:cNvPr id="33" name="Image 2" descr="preencoded.png">
            <a:hlinkClick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10187583"/>
          </a:xfrm>
          <a:prstGeom prst="rect">
            <a:avLst/>
          </a:prstGeom>
          <a:solidFill>
            <a:srgbClr val="0F0F10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16027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044" y="215979"/>
            <a:ext cx="1728311" cy="172831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594967" y="2635448"/>
            <a:ext cx="4320540" cy="540068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4253"/>
              </a:lnSpc>
              <a:buNone/>
            </a:pPr>
            <a:r>
              <a:rPr lang="en-US" sz="3402">
                <a:solidFill>
                  <a:srgbClr val="FBF3FA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productHandler</a:t>
            </a:r>
            <a:endParaRPr lang="en-US" sz="3402"/>
          </a:p>
        </p:txBody>
      </p:sp>
      <p:sp>
        <p:nvSpPr>
          <p:cNvPr id="7" name="Text 3"/>
          <p:cNvSpPr/>
          <p:nvPr/>
        </p:nvSpPr>
        <p:spPr>
          <a:xfrm>
            <a:off x="2594967" y="3434715"/>
            <a:ext cx="9440347" cy="553164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177"/>
              </a:lnSpc>
              <a:buNone/>
            </a:pPr>
            <a:r>
              <a:rPr lang="en-US" sz="136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productHandler manages product-related operations, including retrieval, creation, update, and deletion. Authentication is required for adding, updating, and deleting products.</a:t>
            </a:r>
            <a:endParaRPr lang="en-US" sz="1361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4967" y="4182189"/>
            <a:ext cx="864037" cy="138255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718203" y="4354949"/>
            <a:ext cx="2160270" cy="269915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26"/>
              </a:lnSpc>
              <a:buNone/>
            </a:pPr>
            <a:r>
              <a:rPr lang="en-US" sz="1701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Retrieval</a:t>
            </a:r>
            <a:endParaRPr lang="en-US" sz="1701"/>
          </a:p>
        </p:txBody>
      </p:sp>
      <p:sp>
        <p:nvSpPr>
          <p:cNvPr id="10" name="Text 5"/>
          <p:cNvSpPr/>
          <p:nvPr/>
        </p:nvSpPr>
        <p:spPr>
          <a:xfrm>
            <a:off x="3718203" y="4728448"/>
            <a:ext cx="8317111" cy="276582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77"/>
              </a:lnSpc>
              <a:buNone/>
            </a:pPr>
            <a:r>
              <a:rPr lang="en-US" sz="136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Retrieves products with pagination or a single product by ID.</a:t>
            </a:r>
            <a:endParaRPr lang="en-US" sz="1361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4967" y="5564743"/>
            <a:ext cx="864037" cy="138255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718203" y="5737503"/>
            <a:ext cx="2160270" cy="269915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26"/>
              </a:lnSpc>
              <a:buNone/>
            </a:pPr>
            <a:r>
              <a:rPr lang="en-US" sz="1701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Creation</a:t>
            </a:r>
            <a:endParaRPr lang="en-US" sz="1701"/>
          </a:p>
        </p:txBody>
      </p:sp>
      <p:sp>
        <p:nvSpPr>
          <p:cNvPr id="13" name="Text 7"/>
          <p:cNvSpPr/>
          <p:nvPr/>
        </p:nvSpPr>
        <p:spPr>
          <a:xfrm>
            <a:off x="3718203" y="6111002"/>
            <a:ext cx="8317111" cy="276582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77"/>
              </a:lnSpc>
              <a:buNone/>
            </a:pPr>
            <a:r>
              <a:rPr lang="en-US" sz="136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Adds a new product.</a:t>
            </a:r>
            <a:endParaRPr lang="en-US" sz="1361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4967" y="6947297"/>
            <a:ext cx="864037" cy="138255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718203" y="7120057"/>
            <a:ext cx="2160270" cy="269915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26"/>
              </a:lnSpc>
              <a:buNone/>
            </a:pPr>
            <a:r>
              <a:rPr lang="en-US" sz="1701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Update</a:t>
            </a:r>
            <a:endParaRPr lang="en-US" sz="1701"/>
          </a:p>
        </p:txBody>
      </p:sp>
      <p:sp>
        <p:nvSpPr>
          <p:cNvPr id="16" name="Text 9"/>
          <p:cNvSpPr/>
          <p:nvPr/>
        </p:nvSpPr>
        <p:spPr>
          <a:xfrm>
            <a:off x="3718203" y="7493556"/>
            <a:ext cx="8317111" cy="276582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77"/>
              </a:lnSpc>
              <a:buNone/>
            </a:pPr>
            <a:r>
              <a:rPr lang="en-US" sz="136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Updates product details.</a:t>
            </a:r>
            <a:endParaRPr lang="en-US" sz="1361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4967" y="8329851"/>
            <a:ext cx="864037" cy="138255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3718203" y="8502610"/>
            <a:ext cx="2160270" cy="269915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26"/>
              </a:lnSpc>
              <a:buNone/>
            </a:pPr>
            <a:r>
              <a:rPr lang="en-US" sz="1701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Deletion</a:t>
            </a:r>
            <a:endParaRPr lang="en-US" sz="1701"/>
          </a:p>
        </p:txBody>
      </p:sp>
      <p:sp>
        <p:nvSpPr>
          <p:cNvPr id="19" name="Text 11"/>
          <p:cNvSpPr/>
          <p:nvPr/>
        </p:nvSpPr>
        <p:spPr>
          <a:xfrm>
            <a:off x="3718203" y="8876109"/>
            <a:ext cx="8317111" cy="276582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77"/>
              </a:lnSpc>
              <a:buNone/>
            </a:pPr>
            <a:r>
              <a:rPr lang="en-US" sz="1361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Deletes a product.</a:t>
            </a:r>
            <a:endParaRPr lang="en-US" sz="1361"/>
          </a:p>
        </p:txBody>
      </p:sp>
      <p:pic>
        <p:nvPicPr>
          <p:cNvPr id="20" name="Image 6" descr="preencoded.png">
            <a:hlinkClick r:id="rId10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672" y="2120503"/>
            <a:ext cx="5016937" cy="39884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43506" y="666274"/>
            <a:ext cx="4694277" cy="586740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4620"/>
              </a:lnSpc>
              <a:buNone/>
            </a:pPr>
            <a:r>
              <a:rPr lang="en-US" sz="3696">
                <a:solidFill>
                  <a:srgbClr val="FBF3FA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categoryHandler</a:t>
            </a:r>
            <a:endParaRPr lang="en-US" sz="3696"/>
          </a:p>
        </p:txBody>
      </p:sp>
      <p:sp>
        <p:nvSpPr>
          <p:cNvPr id="7" name="Text 3"/>
          <p:cNvSpPr/>
          <p:nvPr/>
        </p:nvSpPr>
        <p:spPr>
          <a:xfrm>
            <a:off x="6143506" y="1534597"/>
            <a:ext cx="7829788" cy="600789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366"/>
              </a:lnSpc>
              <a:buNone/>
            </a:pPr>
            <a:r>
              <a:rPr lang="en-US" sz="1479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categoryHandler manages product categories, including retrieval, creation, and deletion. Authentication is not required for any operations.</a:t>
            </a:r>
            <a:endParaRPr lang="en-US" sz="1479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506" y="2346603"/>
            <a:ext cx="469344" cy="4693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43506" y="3003709"/>
            <a:ext cx="2347079" cy="293251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10"/>
              </a:lnSpc>
              <a:buNone/>
            </a:pPr>
            <a:r>
              <a:rPr lang="en-US" sz="1848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Retrieval</a:t>
            </a:r>
            <a:endParaRPr lang="en-US" sz="1848"/>
          </a:p>
        </p:txBody>
      </p:sp>
      <p:sp>
        <p:nvSpPr>
          <p:cNvPr id="10" name="Text 5"/>
          <p:cNvSpPr/>
          <p:nvPr/>
        </p:nvSpPr>
        <p:spPr>
          <a:xfrm>
            <a:off x="6143506" y="3409593"/>
            <a:ext cx="7829788" cy="300395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66"/>
              </a:lnSpc>
              <a:buNone/>
            </a:pPr>
            <a:r>
              <a:rPr lang="en-US" sz="1479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Retrieves all categories or a single category by ID.</a:t>
            </a:r>
            <a:endParaRPr lang="en-US" sz="1479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3506" y="4273272"/>
            <a:ext cx="469344" cy="4693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43506" y="4930378"/>
            <a:ext cx="2347079" cy="293251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10"/>
              </a:lnSpc>
              <a:buNone/>
            </a:pPr>
            <a:r>
              <a:rPr lang="en-US" sz="1848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Creation</a:t>
            </a:r>
            <a:endParaRPr lang="en-US" sz="1848"/>
          </a:p>
        </p:txBody>
      </p:sp>
      <p:sp>
        <p:nvSpPr>
          <p:cNvPr id="13" name="Text 7"/>
          <p:cNvSpPr/>
          <p:nvPr/>
        </p:nvSpPr>
        <p:spPr>
          <a:xfrm>
            <a:off x="6143506" y="5336262"/>
            <a:ext cx="7829788" cy="300395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66"/>
              </a:lnSpc>
              <a:buNone/>
            </a:pPr>
            <a:r>
              <a:rPr lang="en-US" sz="1479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Adds a new category.</a:t>
            </a:r>
            <a:endParaRPr lang="en-US" sz="1479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3506" y="6199942"/>
            <a:ext cx="469344" cy="4693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143506" y="6857048"/>
            <a:ext cx="2347079" cy="293251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10"/>
              </a:lnSpc>
              <a:buNone/>
            </a:pPr>
            <a:r>
              <a:rPr lang="en-US" sz="1848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Deletion</a:t>
            </a:r>
            <a:endParaRPr lang="en-US" sz="1848"/>
          </a:p>
        </p:txBody>
      </p:sp>
      <p:sp>
        <p:nvSpPr>
          <p:cNvPr id="16" name="Text 9"/>
          <p:cNvSpPr/>
          <p:nvPr/>
        </p:nvSpPr>
        <p:spPr>
          <a:xfrm>
            <a:off x="6143506" y="7262932"/>
            <a:ext cx="7829788" cy="300395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366"/>
              </a:lnSpc>
              <a:buNone/>
            </a:pPr>
            <a:r>
              <a:rPr lang="en-US" sz="1479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Deletes a category.</a:t>
            </a:r>
            <a:endParaRPr lang="en-US" sz="1479"/>
          </a:p>
        </p:txBody>
      </p:sp>
      <p:pic>
        <p:nvPicPr>
          <p:cNvPr id="17" name="Image 5" descr="preencoded.pn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4" name="Text 2"/>
          <p:cNvSpPr/>
          <p:nvPr/>
        </p:nvSpPr>
        <p:spPr>
          <a:xfrm>
            <a:off x="1892618" y="546140"/>
            <a:ext cx="4963478" cy="620435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4885"/>
              </a:lnSpc>
              <a:buNone/>
            </a:pPr>
            <a:r>
              <a:rPr lang="en-US" sz="3908">
                <a:solidFill>
                  <a:srgbClr val="FBF3FA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cartHandler</a:t>
            </a:r>
            <a:endParaRPr lang="en-US" sz="3908"/>
          </a:p>
        </p:txBody>
      </p:sp>
      <p:sp>
        <p:nvSpPr>
          <p:cNvPr id="5" name="Text 3"/>
          <p:cNvSpPr/>
          <p:nvPr/>
        </p:nvSpPr>
        <p:spPr>
          <a:xfrm>
            <a:off x="1892618" y="1563648"/>
            <a:ext cx="10845165" cy="635318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501"/>
              </a:lnSpc>
              <a:buNone/>
            </a:pPr>
            <a:r>
              <a:rPr lang="en-US" sz="1563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cartHandler manages operations related to shopping carts, including retrieval, adding items, removing items, and toggling buy status. Authentication is required for all operations except getting all carts.</a:t>
            </a:r>
            <a:endParaRPr lang="en-US" sz="1563"/>
          </a:p>
        </p:txBody>
      </p:sp>
      <p:sp>
        <p:nvSpPr>
          <p:cNvPr id="6" name="Shape 4"/>
          <p:cNvSpPr/>
          <p:nvPr/>
        </p:nvSpPr>
        <p:spPr>
          <a:xfrm>
            <a:off x="7303770" y="2422208"/>
            <a:ext cx="22860" cy="5261253"/>
          </a:xfrm>
          <a:prstGeom prst="roundRect">
            <a:avLst>
              <a:gd name="adj" fmla="val 130276"/>
            </a:avLst>
          </a:prstGeom>
          <a:solidFill>
            <a:srgbClr val="474748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7" name="Shape 5"/>
          <p:cNvSpPr/>
          <p:nvPr/>
        </p:nvSpPr>
        <p:spPr>
          <a:xfrm>
            <a:off x="6419910" y="2857262"/>
            <a:ext cx="694849" cy="22860"/>
          </a:xfrm>
          <a:prstGeom prst="roundRect">
            <a:avLst>
              <a:gd name="adj" fmla="val 130276"/>
            </a:avLst>
          </a:prstGeom>
          <a:solidFill>
            <a:srgbClr val="474748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8" name="Shape 6"/>
          <p:cNvSpPr/>
          <p:nvPr/>
        </p:nvSpPr>
        <p:spPr>
          <a:xfrm>
            <a:off x="7091898" y="2645450"/>
            <a:ext cx="446603" cy="446603"/>
          </a:xfrm>
          <a:prstGeom prst="roundRect">
            <a:avLst>
              <a:gd name="adj" fmla="val 6668"/>
            </a:avLst>
          </a:prstGeom>
          <a:solidFill>
            <a:srgbClr val="2E2E2F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9" name="Text 7"/>
          <p:cNvSpPr/>
          <p:nvPr/>
        </p:nvSpPr>
        <p:spPr>
          <a:xfrm>
            <a:off x="7225844" y="2719864"/>
            <a:ext cx="178713" cy="297775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345"/>
              </a:lnSpc>
              <a:buNone/>
            </a:pPr>
            <a:r>
              <a:rPr lang="en-US" sz="2345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1</a:t>
            </a:r>
            <a:endParaRPr lang="en-US" sz="2345"/>
          </a:p>
        </p:txBody>
      </p:sp>
      <p:sp>
        <p:nvSpPr>
          <p:cNvPr id="10" name="Text 8"/>
          <p:cNvSpPr/>
          <p:nvPr/>
        </p:nvSpPr>
        <p:spPr>
          <a:xfrm>
            <a:off x="3741539" y="2620685"/>
            <a:ext cx="2481739" cy="310158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443"/>
              </a:lnSpc>
              <a:buNone/>
            </a:pPr>
            <a:r>
              <a:rPr lang="en-US" sz="1954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Retrieval</a:t>
            </a:r>
            <a:endParaRPr lang="en-US" sz="1954"/>
          </a:p>
        </p:txBody>
      </p:sp>
      <p:sp>
        <p:nvSpPr>
          <p:cNvPr id="11" name="Text 9"/>
          <p:cNvSpPr/>
          <p:nvPr/>
        </p:nvSpPr>
        <p:spPr>
          <a:xfrm>
            <a:off x="1892618" y="3049905"/>
            <a:ext cx="4330660" cy="317659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501"/>
              </a:lnSpc>
              <a:buNone/>
            </a:pPr>
            <a:r>
              <a:rPr lang="en-US" sz="1563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Retrieves all carts or a cart by customer ID.</a:t>
            </a:r>
            <a:endParaRPr lang="en-US" sz="1563"/>
          </a:p>
        </p:txBody>
      </p:sp>
      <p:sp>
        <p:nvSpPr>
          <p:cNvPr id="12" name="Shape 10"/>
          <p:cNvSpPr/>
          <p:nvPr/>
        </p:nvSpPr>
        <p:spPr>
          <a:xfrm>
            <a:off x="7515642" y="3849886"/>
            <a:ext cx="694849" cy="22860"/>
          </a:xfrm>
          <a:prstGeom prst="roundRect">
            <a:avLst>
              <a:gd name="adj" fmla="val 130276"/>
            </a:avLst>
          </a:prstGeom>
          <a:solidFill>
            <a:srgbClr val="474748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3" name="Shape 11"/>
          <p:cNvSpPr/>
          <p:nvPr/>
        </p:nvSpPr>
        <p:spPr>
          <a:xfrm>
            <a:off x="7091898" y="3638074"/>
            <a:ext cx="446603" cy="446603"/>
          </a:xfrm>
          <a:prstGeom prst="roundRect">
            <a:avLst>
              <a:gd name="adj" fmla="val 6668"/>
            </a:avLst>
          </a:prstGeom>
          <a:solidFill>
            <a:srgbClr val="2E2E2F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4" name="Text 12"/>
          <p:cNvSpPr/>
          <p:nvPr/>
        </p:nvSpPr>
        <p:spPr>
          <a:xfrm>
            <a:off x="7225844" y="3712488"/>
            <a:ext cx="178713" cy="297775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345"/>
              </a:lnSpc>
              <a:buNone/>
            </a:pPr>
            <a:r>
              <a:rPr lang="en-US" sz="2345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2</a:t>
            </a:r>
            <a:endParaRPr lang="en-US" sz="2345"/>
          </a:p>
        </p:txBody>
      </p:sp>
      <p:sp>
        <p:nvSpPr>
          <p:cNvPr id="15" name="Text 13"/>
          <p:cNvSpPr/>
          <p:nvPr/>
        </p:nvSpPr>
        <p:spPr>
          <a:xfrm>
            <a:off x="8407122" y="3613309"/>
            <a:ext cx="2481739" cy="310158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43"/>
              </a:lnSpc>
              <a:buNone/>
            </a:pPr>
            <a:r>
              <a:rPr lang="en-US" sz="1954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Adding Items</a:t>
            </a:r>
            <a:endParaRPr lang="en-US" sz="1954"/>
          </a:p>
        </p:txBody>
      </p:sp>
      <p:sp>
        <p:nvSpPr>
          <p:cNvPr id="16" name="Text 14"/>
          <p:cNvSpPr/>
          <p:nvPr/>
        </p:nvSpPr>
        <p:spPr>
          <a:xfrm>
            <a:off x="8407122" y="4042529"/>
            <a:ext cx="4330660" cy="317659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01"/>
              </a:lnSpc>
              <a:buNone/>
            </a:pPr>
            <a:r>
              <a:rPr lang="en-US" sz="1563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Adds items to a customer's cart.</a:t>
            </a:r>
            <a:endParaRPr lang="en-US" sz="1563"/>
          </a:p>
        </p:txBody>
      </p:sp>
      <p:sp>
        <p:nvSpPr>
          <p:cNvPr id="17" name="Shape 15"/>
          <p:cNvSpPr/>
          <p:nvPr/>
        </p:nvSpPr>
        <p:spPr>
          <a:xfrm>
            <a:off x="6419910" y="4743212"/>
            <a:ext cx="694849" cy="22860"/>
          </a:xfrm>
          <a:prstGeom prst="roundRect">
            <a:avLst>
              <a:gd name="adj" fmla="val 130276"/>
            </a:avLst>
          </a:prstGeom>
          <a:solidFill>
            <a:srgbClr val="474748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8" name="Shape 16"/>
          <p:cNvSpPr/>
          <p:nvPr/>
        </p:nvSpPr>
        <p:spPr>
          <a:xfrm>
            <a:off x="7091898" y="4531400"/>
            <a:ext cx="446603" cy="446603"/>
          </a:xfrm>
          <a:prstGeom prst="roundRect">
            <a:avLst>
              <a:gd name="adj" fmla="val 6668"/>
            </a:avLst>
          </a:prstGeom>
          <a:solidFill>
            <a:srgbClr val="2E2E2F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9" name="Text 17"/>
          <p:cNvSpPr/>
          <p:nvPr/>
        </p:nvSpPr>
        <p:spPr>
          <a:xfrm>
            <a:off x="7225844" y="4605814"/>
            <a:ext cx="178713" cy="297775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345"/>
              </a:lnSpc>
              <a:buNone/>
            </a:pPr>
            <a:r>
              <a:rPr lang="en-US" sz="2345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3</a:t>
            </a:r>
            <a:endParaRPr lang="en-US" sz="2345"/>
          </a:p>
        </p:txBody>
      </p:sp>
      <p:sp>
        <p:nvSpPr>
          <p:cNvPr id="20" name="Text 18"/>
          <p:cNvSpPr/>
          <p:nvPr/>
        </p:nvSpPr>
        <p:spPr>
          <a:xfrm>
            <a:off x="3741539" y="4506635"/>
            <a:ext cx="2481739" cy="310158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443"/>
              </a:lnSpc>
              <a:buNone/>
            </a:pPr>
            <a:r>
              <a:rPr lang="en-US" sz="1954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Removing Items</a:t>
            </a:r>
            <a:endParaRPr lang="en-US" sz="1954"/>
          </a:p>
        </p:txBody>
      </p:sp>
      <p:sp>
        <p:nvSpPr>
          <p:cNvPr id="21" name="Text 19"/>
          <p:cNvSpPr/>
          <p:nvPr/>
        </p:nvSpPr>
        <p:spPr>
          <a:xfrm>
            <a:off x="1892618" y="4935855"/>
            <a:ext cx="4330660" cy="635318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501"/>
              </a:lnSpc>
              <a:buNone/>
            </a:pPr>
            <a:r>
              <a:rPr lang="en-US" sz="1563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Removes all items from a cart or a specific product.</a:t>
            </a:r>
            <a:endParaRPr lang="en-US" sz="1563"/>
          </a:p>
        </p:txBody>
      </p:sp>
      <p:sp>
        <p:nvSpPr>
          <p:cNvPr id="22" name="Shape 20"/>
          <p:cNvSpPr/>
          <p:nvPr/>
        </p:nvSpPr>
        <p:spPr>
          <a:xfrm>
            <a:off x="7515642" y="5636657"/>
            <a:ext cx="694849" cy="22860"/>
          </a:xfrm>
          <a:prstGeom prst="roundRect">
            <a:avLst>
              <a:gd name="adj" fmla="val 130276"/>
            </a:avLst>
          </a:prstGeom>
          <a:solidFill>
            <a:srgbClr val="474748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23" name="Shape 21"/>
          <p:cNvSpPr/>
          <p:nvPr/>
        </p:nvSpPr>
        <p:spPr>
          <a:xfrm>
            <a:off x="7091898" y="5424845"/>
            <a:ext cx="446603" cy="446603"/>
          </a:xfrm>
          <a:prstGeom prst="roundRect">
            <a:avLst>
              <a:gd name="adj" fmla="val 6668"/>
            </a:avLst>
          </a:prstGeom>
          <a:solidFill>
            <a:srgbClr val="2E2E2F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24" name="Text 22"/>
          <p:cNvSpPr/>
          <p:nvPr/>
        </p:nvSpPr>
        <p:spPr>
          <a:xfrm>
            <a:off x="7225844" y="5499259"/>
            <a:ext cx="178713" cy="297775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345"/>
              </a:lnSpc>
              <a:buNone/>
            </a:pPr>
            <a:r>
              <a:rPr lang="en-US" sz="2345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4</a:t>
            </a:r>
            <a:endParaRPr lang="en-US" sz="2345"/>
          </a:p>
        </p:txBody>
      </p:sp>
      <p:sp>
        <p:nvSpPr>
          <p:cNvPr id="25" name="Text 23"/>
          <p:cNvSpPr/>
          <p:nvPr/>
        </p:nvSpPr>
        <p:spPr>
          <a:xfrm>
            <a:off x="8407122" y="5400080"/>
            <a:ext cx="2481739" cy="310158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443"/>
              </a:lnSpc>
              <a:buNone/>
            </a:pPr>
            <a:r>
              <a:rPr lang="en-US" sz="1954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Buy Status</a:t>
            </a:r>
            <a:endParaRPr lang="en-US" sz="1954"/>
          </a:p>
        </p:txBody>
      </p:sp>
      <p:sp>
        <p:nvSpPr>
          <p:cNvPr id="26" name="Text 24"/>
          <p:cNvSpPr/>
          <p:nvPr/>
        </p:nvSpPr>
        <p:spPr>
          <a:xfrm>
            <a:off x="8407122" y="5829300"/>
            <a:ext cx="4330660" cy="317659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501"/>
              </a:lnSpc>
              <a:buNone/>
            </a:pPr>
            <a:r>
              <a:rPr lang="en-US" sz="1563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Toggles the buy status of a product in the cart.</a:t>
            </a:r>
            <a:endParaRPr lang="en-US" sz="1563"/>
          </a:p>
        </p:txBody>
      </p:sp>
      <p:sp>
        <p:nvSpPr>
          <p:cNvPr id="27" name="Shape 25"/>
          <p:cNvSpPr/>
          <p:nvPr/>
        </p:nvSpPr>
        <p:spPr>
          <a:xfrm>
            <a:off x="6419910" y="6530102"/>
            <a:ext cx="694849" cy="22860"/>
          </a:xfrm>
          <a:prstGeom prst="roundRect">
            <a:avLst>
              <a:gd name="adj" fmla="val 130276"/>
            </a:avLst>
          </a:prstGeom>
          <a:solidFill>
            <a:srgbClr val="474748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28" name="Shape 26"/>
          <p:cNvSpPr/>
          <p:nvPr/>
        </p:nvSpPr>
        <p:spPr>
          <a:xfrm>
            <a:off x="7091898" y="6318290"/>
            <a:ext cx="446603" cy="446603"/>
          </a:xfrm>
          <a:prstGeom prst="roundRect">
            <a:avLst>
              <a:gd name="adj" fmla="val 6668"/>
            </a:avLst>
          </a:prstGeom>
          <a:solidFill>
            <a:srgbClr val="2E2E2F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29" name="Text 27"/>
          <p:cNvSpPr/>
          <p:nvPr/>
        </p:nvSpPr>
        <p:spPr>
          <a:xfrm>
            <a:off x="7225844" y="6392704"/>
            <a:ext cx="178713" cy="297775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345"/>
              </a:lnSpc>
              <a:buNone/>
            </a:pPr>
            <a:r>
              <a:rPr lang="en-US" sz="2345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5</a:t>
            </a:r>
            <a:endParaRPr lang="en-US" sz="2345"/>
          </a:p>
        </p:txBody>
      </p:sp>
      <p:sp>
        <p:nvSpPr>
          <p:cNvPr id="30" name="Text 28"/>
          <p:cNvSpPr/>
          <p:nvPr/>
        </p:nvSpPr>
        <p:spPr>
          <a:xfrm>
            <a:off x="3741539" y="6293525"/>
            <a:ext cx="2481739" cy="310158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443"/>
              </a:lnSpc>
              <a:buNone/>
            </a:pPr>
            <a:r>
              <a:rPr lang="en-US" sz="1954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Quantity</a:t>
            </a:r>
            <a:endParaRPr lang="en-US" sz="1954"/>
          </a:p>
        </p:txBody>
      </p:sp>
      <p:sp>
        <p:nvSpPr>
          <p:cNvPr id="31" name="Text 29"/>
          <p:cNvSpPr/>
          <p:nvPr/>
        </p:nvSpPr>
        <p:spPr>
          <a:xfrm>
            <a:off x="1892618" y="6722745"/>
            <a:ext cx="4330660" cy="635318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501"/>
              </a:lnSpc>
              <a:buNone/>
            </a:pPr>
            <a:r>
              <a:rPr lang="en-US" sz="1563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Increases or decreases the quantity of a product in the cart.</a:t>
            </a:r>
            <a:endParaRPr lang="en-US" sz="1563"/>
          </a:p>
        </p:txBody>
      </p:sp>
      <p:pic>
        <p:nvPicPr>
          <p:cNvPr id="32" name="Image 0" descr="preencoded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3680" y="1671280"/>
            <a:ext cx="4887039" cy="488703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9152" y="661035"/>
            <a:ext cx="5994559" cy="749260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5900"/>
              </a:lnSpc>
              <a:buNone/>
            </a:pPr>
            <a:r>
              <a:rPr lang="en-US" sz="4720">
                <a:solidFill>
                  <a:srgbClr val="FBF3FA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wishlistHandler</a:t>
            </a:r>
            <a:endParaRPr lang="en-US" sz="4720"/>
          </a:p>
        </p:txBody>
      </p:sp>
      <p:sp>
        <p:nvSpPr>
          <p:cNvPr id="7" name="Text 3"/>
          <p:cNvSpPr/>
          <p:nvPr/>
        </p:nvSpPr>
        <p:spPr>
          <a:xfrm>
            <a:off x="839152" y="1769864"/>
            <a:ext cx="7465695" cy="1534477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21"/>
              </a:lnSpc>
              <a:buNone/>
            </a:pPr>
            <a:r>
              <a:rPr lang="en-US" sz="1888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wishlistHandler manages wishlist-related operations, including retrieval, adding items, removing items, and removing all items. Authentication is required for all operations except getting all wishlists.</a:t>
            </a:r>
            <a:endParaRPr lang="en-US" sz="1888"/>
          </a:p>
        </p:txBody>
      </p:sp>
      <p:sp>
        <p:nvSpPr>
          <p:cNvPr id="8" name="Shape 4"/>
          <p:cNvSpPr/>
          <p:nvPr/>
        </p:nvSpPr>
        <p:spPr>
          <a:xfrm>
            <a:off x="839152" y="3843695"/>
            <a:ext cx="539472" cy="539472"/>
          </a:xfrm>
          <a:prstGeom prst="roundRect">
            <a:avLst>
              <a:gd name="adj" fmla="val 6667"/>
            </a:avLst>
          </a:prstGeom>
          <a:solidFill>
            <a:srgbClr val="2E2E2F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9" name="Text 5"/>
          <p:cNvSpPr/>
          <p:nvPr/>
        </p:nvSpPr>
        <p:spPr>
          <a:xfrm>
            <a:off x="1000958" y="3933587"/>
            <a:ext cx="215860" cy="359688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832"/>
              </a:lnSpc>
              <a:buNone/>
            </a:pPr>
            <a:r>
              <a:rPr lang="en-US" sz="2832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1</a:t>
            </a:r>
            <a:endParaRPr lang="en-US" sz="2832"/>
          </a:p>
        </p:txBody>
      </p:sp>
      <p:sp>
        <p:nvSpPr>
          <p:cNvPr id="10" name="Text 6"/>
          <p:cNvSpPr/>
          <p:nvPr/>
        </p:nvSpPr>
        <p:spPr>
          <a:xfrm>
            <a:off x="1618298" y="3843695"/>
            <a:ext cx="2997279" cy="374571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950"/>
              </a:lnSpc>
              <a:buNone/>
            </a:pPr>
            <a:r>
              <a:rPr lang="en-US" sz="2360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Retrieval</a:t>
            </a:r>
            <a:endParaRPr lang="en-US" sz="2360"/>
          </a:p>
        </p:txBody>
      </p:sp>
      <p:sp>
        <p:nvSpPr>
          <p:cNvPr id="11" name="Text 7"/>
          <p:cNvSpPr/>
          <p:nvPr/>
        </p:nvSpPr>
        <p:spPr>
          <a:xfrm>
            <a:off x="1618298" y="4362093"/>
            <a:ext cx="6686550" cy="383619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21"/>
              </a:lnSpc>
              <a:buNone/>
            </a:pPr>
            <a:r>
              <a:rPr lang="en-US" sz="1888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Retrieves all wishlists or a wishlist by customer ID.</a:t>
            </a:r>
            <a:endParaRPr lang="en-US" sz="1888"/>
          </a:p>
        </p:txBody>
      </p:sp>
      <p:sp>
        <p:nvSpPr>
          <p:cNvPr id="12" name="Shape 8"/>
          <p:cNvSpPr/>
          <p:nvPr/>
        </p:nvSpPr>
        <p:spPr>
          <a:xfrm>
            <a:off x="839152" y="5255062"/>
            <a:ext cx="539472" cy="539472"/>
          </a:xfrm>
          <a:prstGeom prst="roundRect">
            <a:avLst>
              <a:gd name="adj" fmla="val 6667"/>
            </a:avLst>
          </a:prstGeom>
          <a:solidFill>
            <a:srgbClr val="2E2E2F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3" name="Text 9"/>
          <p:cNvSpPr/>
          <p:nvPr/>
        </p:nvSpPr>
        <p:spPr>
          <a:xfrm>
            <a:off x="1000958" y="5344954"/>
            <a:ext cx="215860" cy="359688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832"/>
              </a:lnSpc>
              <a:buNone/>
            </a:pPr>
            <a:r>
              <a:rPr lang="en-US" sz="2832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2</a:t>
            </a:r>
            <a:endParaRPr lang="en-US" sz="2832"/>
          </a:p>
        </p:txBody>
      </p:sp>
      <p:sp>
        <p:nvSpPr>
          <p:cNvPr id="14" name="Text 10"/>
          <p:cNvSpPr/>
          <p:nvPr/>
        </p:nvSpPr>
        <p:spPr>
          <a:xfrm>
            <a:off x="1618298" y="5255062"/>
            <a:ext cx="2997279" cy="374571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950"/>
              </a:lnSpc>
              <a:buNone/>
            </a:pPr>
            <a:r>
              <a:rPr lang="en-US" sz="2360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Adding Items</a:t>
            </a:r>
            <a:endParaRPr lang="en-US" sz="2360"/>
          </a:p>
        </p:txBody>
      </p:sp>
      <p:sp>
        <p:nvSpPr>
          <p:cNvPr id="15" name="Text 11"/>
          <p:cNvSpPr/>
          <p:nvPr/>
        </p:nvSpPr>
        <p:spPr>
          <a:xfrm>
            <a:off x="1618298" y="5773460"/>
            <a:ext cx="6686550" cy="383619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21"/>
              </a:lnSpc>
              <a:buNone/>
            </a:pPr>
            <a:r>
              <a:rPr lang="en-US" sz="1888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Adds an item to a wishlist.</a:t>
            </a:r>
            <a:endParaRPr lang="en-US" sz="1888"/>
          </a:p>
        </p:txBody>
      </p:sp>
      <p:sp>
        <p:nvSpPr>
          <p:cNvPr id="16" name="Shape 12"/>
          <p:cNvSpPr/>
          <p:nvPr/>
        </p:nvSpPr>
        <p:spPr>
          <a:xfrm>
            <a:off x="839152" y="6666428"/>
            <a:ext cx="539472" cy="539472"/>
          </a:xfrm>
          <a:prstGeom prst="roundRect">
            <a:avLst>
              <a:gd name="adj" fmla="val 6667"/>
            </a:avLst>
          </a:prstGeom>
          <a:solidFill>
            <a:srgbClr val="2E2E2F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7" name="Text 13"/>
          <p:cNvSpPr/>
          <p:nvPr/>
        </p:nvSpPr>
        <p:spPr>
          <a:xfrm>
            <a:off x="1000958" y="6756321"/>
            <a:ext cx="215860" cy="359688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832"/>
              </a:lnSpc>
              <a:buNone/>
            </a:pPr>
            <a:r>
              <a:rPr lang="en-US" sz="2832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3</a:t>
            </a:r>
            <a:endParaRPr lang="en-US" sz="2832"/>
          </a:p>
        </p:txBody>
      </p:sp>
      <p:sp>
        <p:nvSpPr>
          <p:cNvPr id="18" name="Text 14"/>
          <p:cNvSpPr/>
          <p:nvPr/>
        </p:nvSpPr>
        <p:spPr>
          <a:xfrm>
            <a:off x="1618298" y="6666428"/>
            <a:ext cx="2997279" cy="374571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950"/>
              </a:lnSpc>
              <a:buNone/>
            </a:pPr>
            <a:r>
              <a:rPr lang="en-US" sz="2360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Removing Items</a:t>
            </a:r>
            <a:endParaRPr lang="en-US" sz="2360"/>
          </a:p>
        </p:txBody>
      </p:sp>
      <p:sp>
        <p:nvSpPr>
          <p:cNvPr id="19" name="Text 15"/>
          <p:cNvSpPr/>
          <p:nvPr/>
        </p:nvSpPr>
        <p:spPr>
          <a:xfrm>
            <a:off x="1618298" y="7184827"/>
            <a:ext cx="6686550" cy="383619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21"/>
              </a:lnSpc>
              <a:buNone/>
            </a:pPr>
            <a:r>
              <a:rPr lang="en-US" sz="1888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Removes all items from a wishlist or a specific product.</a:t>
            </a:r>
            <a:endParaRPr lang="en-US" sz="1888"/>
          </a:p>
        </p:txBody>
      </p:sp>
      <p:pic>
        <p:nvPicPr>
          <p:cNvPr id="20" name="Image 2" descr="preencoded.png">
            <a:hlinkClick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4" name="Text 2"/>
          <p:cNvSpPr/>
          <p:nvPr/>
        </p:nvSpPr>
        <p:spPr>
          <a:xfrm>
            <a:off x="864037" y="1220986"/>
            <a:ext cx="6172200" cy="771525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6075"/>
              </a:lnSpc>
              <a:buNone/>
            </a:pPr>
            <a:r>
              <a:rPr lang="en-US" sz="4860">
                <a:solidFill>
                  <a:srgbClr val="FBF3FA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addressHandler</a:t>
            </a:r>
            <a:endParaRPr lang="en-US" sz="4860"/>
          </a:p>
        </p:txBody>
      </p:sp>
      <p:sp>
        <p:nvSpPr>
          <p:cNvPr id="5" name="Text 3"/>
          <p:cNvSpPr/>
          <p:nvPr/>
        </p:nvSpPr>
        <p:spPr>
          <a:xfrm>
            <a:off x="864037" y="2486263"/>
            <a:ext cx="12902327" cy="790099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10"/>
              </a:lnSpc>
              <a:buNone/>
            </a:pPr>
            <a:r>
              <a:rPr lang="en-US" sz="1944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addressHandler manages customer addresses, including retrieval, creation, update, and deletion. Authentication is required for all operations.</a:t>
            </a:r>
            <a:endParaRPr lang="en-US" sz="1944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7" y="3554016"/>
            <a:ext cx="2947868" cy="18218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4037" y="5684520"/>
            <a:ext cx="2947868" cy="385763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038"/>
              </a:lnSpc>
              <a:buNone/>
            </a:pPr>
            <a:r>
              <a:rPr lang="en-US" sz="2430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Retrieval</a:t>
            </a:r>
            <a:endParaRPr lang="en-US" sz="2430"/>
          </a:p>
        </p:txBody>
      </p:sp>
      <p:sp>
        <p:nvSpPr>
          <p:cNvPr id="8" name="Text 5"/>
          <p:cNvSpPr/>
          <p:nvPr/>
        </p:nvSpPr>
        <p:spPr>
          <a:xfrm>
            <a:off x="864037" y="6218396"/>
            <a:ext cx="2947868" cy="395049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110"/>
              </a:lnSpc>
              <a:buNone/>
            </a:pPr>
            <a:r>
              <a:rPr lang="en-US" sz="1944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Retrieves all addresses.</a:t>
            </a:r>
            <a:endParaRPr lang="en-US" sz="1944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189" y="3554016"/>
            <a:ext cx="2947868" cy="18218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82189" y="5684520"/>
            <a:ext cx="2947868" cy="385763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038"/>
              </a:lnSpc>
              <a:buNone/>
            </a:pPr>
            <a:r>
              <a:rPr lang="en-US" sz="2430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Creation</a:t>
            </a:r>
            <a:endParaRPr lang="en-US" sz="2430"/>
          </a:p>
        </p:txBody>
      </p:sp>
      <p:sp>
        <p:nvSpPr>
          <p:cNvPr id="11" name="Text 7"/>
          <p:cNvSpPr/>
          <p:nvPr/>
        </p:nvSpPr>
        <p:spPr>
          <a:xfrm>
            <a:off x="4182189" y="6218396"/>
            <a:ext cx="2947868" cy="790099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110"/>
              </a:lnSpc>
              <a:buNone/>
            </a:pPr>
            <a:r>
              <a:rPr lang="en-US" sz="1944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Adds a new address for a customer.</a:t>
            </a:r>
            <a:endParaRPr lang="en-US" sz="1944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342" y="3554016"/>
            <a:ext cx="2947868" cy="182189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00342" y="5684520"/>
            <a:ext cx="2947868" cy="385763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038"/>
              </a:lnSpc>
              <a:buNone/>
            </a:pPr>
            <a:r>
              <a:rPr lang="en-US" sz="2430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Update</a:t>
            </a:r>
            <a:endParaRPr lang="en-US" sz="2430"/>
          </a:p>
        </p:txBody>
      </p:sp>
      <p:sp>
        <p:nvSpPr>
          <p:cNvPr id="14" name="Text 9"/>
          <p:cNvSpPr/>
          <p:nvPr/>
        </p:nvSpPr>
        <p:spPr>
          <a:xfrm>
            <a:off x="7500342" y="6218396"/>
            <a:ext cx="2947868" cy="790099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110"/>
              </a:lnSpc>
              <a:buNone/>
            </a:pPr>
            <a:r>
              <a:rPr lang="en-US" sz="1944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Updates an existing address.</a:t>
            </a:r>
            <a:endParaRPr lang="en-US" sz="1944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8495" y="3554016"/>
            <a:ext cx="2947868" cy="182189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818495" y="5684520"/>
            <a:ext cx="2947868" cy="385763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038"/>
              </a:lnSpc>
              <a:buNone/>
            </a:pPr>
            <a:r>
              <a:rPr lang="en-US" sz="2430">
                <a:solidFill>
                  <a:srgbClr val="E0D6DE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Deletion</a:t>
            </a:r>
            <a:endParaRPr lang="en-US" sz="2430"/>
          </a:p>
        </p:txBody>
      </p:sp>
      <p:sp>
        <p:nvSpPr>
          <p:cNvPr id="17" name="Text 11"/>
          <p:cNvSpPr/>
          <p:nvPr/>
        </p:nvSpPr>
        <p:spPr>
          <a:xfrm>
            <a:off x="10818495" y="6218396"/>
            <a:ext cx="2947868" cy="395049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110"/>
              </a:lnSpc>
              <a:buNone/>
            </a:pPr>
            <a:r>
              <a:rPr lang="en-US" sz="1944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Deletes an address.</a:t>
            </a:r>
            <a:endParaRPr lang="en-US" sz="1944"/>
          </a:p>
        </p:txBody>
      </p:sp>
      <p:pic>
        <p:nvPicPr>
          <p:cNvPr id="18" name="Image 4" descr="preencoded.png">
            <a:hlinkClick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4037" y="1092160"/>
            <a:ext cx="6172200" cy="771525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6075"/>
              </a:lnSpc>
              <a:buNone/>
            </a:pPr>
            <a:r>
              <a:rPr lang="en-US" sz="4860">
                <a:solidFill>
                  <a:srgbClr val="FFFFF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orderHandler</a:t>
            </a:r>
            <a:endParaRPr lang="en-US" sz="4860"/>
          </a:p>
        </p:txBody>
      </p:sp>
      <p:sp>
        <p:nvSpPr>
          <p:cNvPr id="6" name="Shape 2"/>
          <p:cNvSpPr/>
          <p:nvPr/>
        </p:nvSpPr>
        <p:spPr>
          <a:xfrm>
            <a:off x="864037" y="2511623"/>
            <a:ext cx="555427" cy="555427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7" name="Text 3"/>
          <p:cNvSpPr/>
          <p:nvPr/>
        </p:nvSpPr>
        <p:spPr>
          <a:xfrm>
            <a:off x="1070729" y="2604135"/>
            <a:ext cx="141923" cy="370284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916"/>
              </a:lnSpc>
              <a:buNone/>
            </a:pPr>
            <a:r>
              <a:rPr lang="en-US" sz="2916">
                <a:solidFill>
                  <a:srgbClr val="E5E0D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1</a:t>
            </a:r>
            <a:endParaRPr lang="en-US" sz="2916"/>
          </a:p>
        </p:txBody>
      </p:sp>
      <p:sp>
        <p:nvSpPr>
          <p:cNvPr id="8" name="Text 4"/>
          <p:cNvSpPr/>
          <p:nvPr/>
        </p:nvSpPr>
        <p:spPr>
          <a:xfrm>
            <a:off x="1666280" y="2511623"/>
            <a:ext cx="3086100" cy="385763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38"/>
              </a:lnSpc>
              <a:buNone/>
            </a:pPr>
            <a:r>
              <a:rPr lang="en-US" sz="2430">
                <a:solidFill>
                  <a:srgbClr val="E5E0D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Order Management</a:t>
            </a:r>
            <a:endParaRPr lang="en-US" sz="2430"/>
          </a:p>
        </p:txBody>
      </p:sp>
      <p:sp>
        <p:nvSpPr>
          <p:cNvPr id="9" name="Text 5"/>
          <p:cNvSpPr/>
          <p:nvPr/>
        </p:nvSpPr>
        <p:spPr>
          <a:xfrm>
            <a:off x="1666280" y="3045500"/>
            <a:ext cx="6613684" cy="790099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10"/>
              </a:lnSpc>
              <a:buNone/>
            </a:pPr>
            <a:r>
              <a:rPr lang="en-US" sz="1944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Manages order operations including purchasing, returning, and canceling orders.</a:t>
            </a:r>
            <a:endParaRPr lang="en-US" sz="1944"/>
          </a:p>
        </p:txBody>
      </p:sp>
      <p:sp>
        <p:nvSpPr>
          <p:cNvPr id="10" name="Shape 6"/>
          <p:cNvSpPr/>
          <p:nvPr/>
        </p:nvSpPr>
        <p:spPr>
          <a:xfrm>
            <a:off x="864037" y="4360069"/>
            <a:ext cx="555427" cy="555427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1" name="Text 7"/>
          <p:cNvSpPr/>
          <p:nvPr/>
        </p:nvSpPr>
        <p:spPr>
          <a:xfrm>
            <a:off x="1028581" y="4452580"/>
            <a:ext cx="226338" cy="370284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916"/>
              </a:lnSpc>
              <a:buNone/>
            </a:pPr>
            <a:r>
              <a:rPr lang="en-US" sz="2916">
                <a:solidFill>
                  <a:srgbClr val="E5E0D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2</a:t>
            </a:r>
            <a:endParaRPr lang="en-US" sz="2916"/>
          </a:p>
        </p:txBody>
      </p:sp>
      <p:sp>
        <p:nvSpPr>
          <p:cNvPr id="12" name="Text 8"/>
          <p:cNvSpPr/>
          <p:nvPr/>
        </p:nvSpPr>
        <p:spPr>
          <a:xfrm>
            <a:off x="1666280" y="4360069"/>
            <a:ext cx="3086100" cy="385763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38"/>
              </a:lnSpc>
              <a:buNone/>
            </a:pPr>
            <a:r>
              <a:rPr lang="en-US" sz="2430">
                <a:solidFill>
                  <a:srgbClr val="E5E0D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Authentication</a:t>
            </a:r>
            <a:endParaRPr lang="en-US" sz="2430"/>
          </a:p>
        </p:txBody>
      </p:sp>
      <p:sp>
        <p:nvSpPr>
          <p:cNvPr id="13" name="Text 9"/>
          <p:cNvSpPr/>
          <p:nvPr/>
        </p:nvSpPr>
        <p:spPr>
          <a:xfrm>
            <a:off x="1666280" y="4893945"/>
            <a:ext cx="6613684" cy="395049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10"/>
              </a:lnSpc>
              <a:buNone/>
            </a:pPr>
            <a:r>
              <a:rPr lang="en-US" sz="1944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 is required for most operations.</a:t>
            </a:r>
            <a:endParaRPr lang="en-US" sz="1944"/>
          </a:p>
        </p:txBody>
      </p:sp>
      <p:sp>
        <p:nvSpPr>
          <p:cNvPr id="14" name="Shape 10"/>
          <p:cNvSpPr/>
          <p:nvPr/>
        </p:nvSpPr>
        <p:spPr>
          <a:xfrm>
            <a:off x="864037" y="5813465"/>
            <a:ext cx="555427" cy="555427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5" name="Text 11"/>
          <p:cNvSpPr/>
          <p:nvPr/>
        </p:nvSpPr>
        <p:spPr>
          <a:xfrm>
            <a:off x="1029891" y="5905976"/>
            <a:ext cx="223718" cy="370284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916"/>
              </a:lnSpc>
              <a:buNone/>
            </a:pPr>
            <a:r>
              <a:rPr lang="en-US" sz="2916">
                <a:solidFill>
                  <a:srgbClr val="E5E0D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3</a:t>
            </a:r>
            <a:endParaRPr lang="en-US" sz="2916"/>
          </a:p>
        </p:txBody>
      </p:sp>
      <p:sp>
        <p:nvSpPr>
          <p:cNvPr id="16" name="Text 12"/>
          <p:cNvSpPr/>
          <p:nvPr/>
        </p:nvSpPr>
        <p:spPr>
          <a:xfrm>
            <a:off x="1666280" y="5813465"/>
            <a:ext cx="3086100" cy="385763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38"/>
              </a:lnSpc>
              <a:buNone/>
            </a:pPr>
            <a:r>
              <a:rPr lang="en-US" sz="2430">
                <a:solidFill>
                  <a:srgbClr val="E5E0D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Endpoints</a:t>
            </a:r>
            <a:endParaRPr lang="en-US" sz="2430"/>
          </a:p>
        </p:txBody>
      </p:sp>
      <p:sp>
        <p:nvSpPr>
          <p:cNvPr id="17" name="Text 13"/>
          <p:cNvSpPr/>
          <p:nvPr/>
        </p:nvSpPr>
        <p:spPr>
          <a:xfrm>
            <a:off x="1666280" y="6347341"/>
            <a:ext cx="6613684" cy="790099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10"/>
              </a:lnSpc>
              <a:buNone/>
            </a:pPr>
            <a:r>
              <a:rPr lang="en-US" sz="1944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endpoints for retrieving, initiating, and modifying orders.</a:t>
            </a:r>
            <a:endParaRPr lang="en-US" sz="1944"/>
          </a:p>
        </p:txBody>
      </p:sp>
      <p:pic>
        <p:nvPicPr>
          <p:cNvPr id="18" name="Image 2" descr="preencoded.png">
            <a:hlinkClick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4" name="Text 1"/>
          <p:cNvSpPr/>
          <p:nvPr/>
        </p:nvSpPr>
        <p:spPr>
          <a:xfrm>
            <a:off x="864037" y="2207657"/>
            <a:ext cx="6736437" cy="771525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6075"/>
              </a:lnSpc>
              <a:buNone/>
            </a:pPr>
            <a:r>
              <a:rPr lang="en-US" sz="4860">
                <a:solidFill>
                  <a:srgbClr val="FFFFF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deliveryPartnerHandler</a:t>
            </a:r>
            <a:endParaRPr lang="en-US" sz="4860"/>
          </a:p>
        </p:txBody>
      </p:sp>
      <p:sp>
        <p:nvSpPr>
          <p:cNvPr id="5" name="Text 2"/>
          <p:cNvSpPr/>
          <p:nvPr/>
        </p:nvSpPr>
        <p:spPr>
          <a:xfrm>
            <a:off x="864037" y="3596283"/>
            <a:ext cx="3898821" cy="771525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38"/>
              </a:lnSpc>
              <a:buNone/>
            </a:pPr>
            <a:r>
              <a:rPr lang="en-US" sz="2430">
                <a:solidFill>
                  <a:srgbClr val="FFFFF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Delivery Partner Operations</a:t>
            </a:r>
            <a:endParaRPr lang="en-US" sz="2430"/>
          </a:p>
        </p:txBody>
      </p:sp>
      <p:sp>
        <p:nvSpPr>
          <p:cNvPr id="6" name="Text 3"/>
          <p:cNvSpPr/>
          <p:nvPr/>
        </p:nvSpPr>
        <p:spPr>
          <a:xfrm>
            <a:off x="864037" y="4614624"/>
            <a:ext cx="3898821" cy="1185148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10"/>
              </a:lnSpc>
              <a:buNone/>
            </a:pPr>
            <a:r>
              <a:rPr lang="en-US" sz="1944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Manages delivery partner operations for delivering, replacing, and returning orders.</a:t>
            </a:r>
            <a:endParaRPr lang="en-US" sz="1944"/>
          </a:p>
        </p:txBody>
      </p:sp>
      <p:sp>
        <p:nvSpPr>
          <p:cNvPr id="7" name="Text 4"/>
          <p:cNvSpPr/>
          <p:nvPr/>
        </p:nvSpPr>
        <p:spPr>
          <a:xfrm>
            <a:off x="5372695" y="3596283"/>
            <a:ext cx="3086100" cy="385763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38"/>
              </a:lnSpc>
              <a:buNone/>
            </a:pPr>
            <a:r>
              <a:rPr lang="en-US" sz="2430">
                <a:solidFill>
                  <a:srgbClr val="FFFFF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Authentication</a:t>
            </a:r>
            <a:endParaRPr lang="en-US" sz="2430"/>
          </a:p>
        </p:txBody>
      </p:sp>
      <p:sp>
        <p:nvSpPr>
          <p:cNvPr id="8" name="Text 5"/>
          <p:cNvSpPr/>
          <p:nvPr/>
        </p:nvSpPr>
        <p:spPr>
          <a:xfrm>
            <a:off x="5372695" y="4228862"/>
            <a:ext cx="3898821" cy="1185148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10"/>
              </a:lnSpc>
              <a:buNone/>
            </a:pPr>
            <a:r>
              <a:rPr lang="en-US" sz="1944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 is required for marking orders as delivered, replaced, or returned.</a:t>
            </a:r>
            <a:endParaRPr lang="en-US" sz="1944"/>
          </a:p>
        </p:txBody>
      </p:sp>
      <p:sp>
        <p:nvSpPr>
          <p:cNvPr id="9" name="Text 6"/>
          <p:cNvSpPr/>
          <p:nvPr/>
        </p:nvSpPr>
        <p:spPr>
          <a:xfrm>
            <a:off x="9881354" y="3596283"/>
            <a:ext cx="3086100" cy="385763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38"/>
              </a:lnSpc>
              <a:buNone/>
            </a:pPr>
            <a:r>
              <a:rPr lang="en-US" sz="2430">
                <a:solidFill>
                  <a:srgbClr val="FFFFF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Endpoints</a:t>
            </a:r>
            <a:endParaRPr lang="en-US" sz="2430"/>
          </a:p>
        </p:txBody>
      </p:sp>
      <p:sp>
        <p:nvSpPr>
          <p:cNvPr id="10" name="Text 7"/>
          <p:cNvSpPr/>
          <p:nvPr/>
        </p:nvSpPr>
        <p:spPr>
          <a:xfrm>
            <a:off x="9881354" y="4228862"/>
            <a:ext cx="3898821" cy="1185148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10"/>
              </a:lnSpc>
              <a:buNone/>
            </a:pPr>
            <a:r>
              <a:rPr lang="en-US" sz="1944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endpoints for retrieving and updating order status for delivery partners.</a:t>
            </a:r>
            <a:endParaRPr lang="en-US" sz="1944"/>
          </a:p>
        </p:txBody>
      </p:sp>
      <p:pic>
        <p:nvPicPr>
          <p:cNvPr id="11" name="Image 1" descr="preencoded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30861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4037" y="3950137"/>
            <a:ext cx="6172200" cy="771525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6075"/>
              </a:lnSpc>
              <a:buNone/>
            </a:pPr>
            <a:r>
              <a:rPr lang="en-US" sz="4860">
                <a:solidFill>
                  <a:srgbClr val="FFFFF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reviewHandler</a:t>
            </a:r>
            <a:endParaRPr lang="en-US" sz="4860"/>
          </a:p>
        </p:txBody>
      </p:sp>
      <p:sp>
        <p:nvSpPr>
          <p:cNvPr id="6" name="Shape 2"/>
          <p:cNvSpPr/>
          <p:nvPr/>
        </p:nvSpPr>
        <p:spPr>
          <a:xfrm>
            <a:off x="864037" y="5091946"/>
            <a:ext cx="4136231" cy="2273618"/>
          </a:xfrm>
          <a:prstGeom prst="roundRect">
            <a:avLst>
              <a:gd name="adj" fmla="val 9773"/>
            </a:avLst>
          </a:prstGeom>
          <a:solidFill>
            <a:srgbClr val="030303"/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7" name="Text 3"/>
          <p:cNvSpPr/>
          <p:nvPr/>
        </p:nvSpPr>
        <p:spPr>
          <a:xfrm>
            <a:off x="1141333" y="5369243"/>
            <a:ext cx="3086100" cy="385763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38"/>
              </a:lnSpc>
              <a:buNone/>
            </a:pPr>
            <a:r>
              <a:rPr lang="en-US" sz="2430">
                <a:solidFill>
                  <a:srgbClr val="E5E0D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Review Management</a:t>
            </a:r>
            <a:endParaRPr lang="en-US" sz="2430"/>
          </a:p>
        </p:txBody>
      </p:sp>
      <p:sp>
        <p:nvSpPr>
          <p:cNvPr id="8" name="Text 4"/>
          <p:cNvSpPr/>
          <p:nvPr/>
        </p:nvSpPr>
        <p:spPr>
          <a:xfrm>
            <a:off x="1141333" y="5903119"/>
            <a:ext cx="3581638" cy="1185148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10"/>
              </a:lnSpc>
              <a:buNone/>
            </a:pPr>
            <a:r>
              <a:rPr lang="en-US" sz="1944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Manages reviews for products, including adding and retrieving reviews.</a:t>
            </a:r>
            <a:endParaRPr lang="en-US" sz="1944"/>
          </a:p>
        </p:txBody>
      </p:sp>
      <p:sp>
        <p:nvSpPr>
          <p:cNvPr id="9" name="Shape 5"/>
          <p:cNvSpPr/>
          <p:nvPr/>
        </p:nvSpPr>
        <p:spPr>
          <a:xfrm>
            <a:off x="5247084" y="5091946"/>
            <a:ext cx="4136231" cy="2273618"/>
          </a:xfrm>
          <a:prstGeom prst="roundRect">
            <a:avLst>
              <a:gd name="adj" fmla="val 9773"/>
            </a:avLst>
          </a:prstGeom>
          <a:solidFill>
            <a:srgbClr val="030303"/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0" name="Text 6"/>
          <p:cNvSpPr/>
          <p:nvPr/>
        </p:nvSpPr>
        <p:spPr>
          <a:xfrm>
            <a:off x="5524381" y="5369243"/>
            <a:ext cx="3086100" cy="385763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38"/>
              </a:lnSpc>
              <a:buNone/>
            </a:pPr>
            <a:r>
              <a:rPr lang="en-US" sz="2430">
                <a:solidFill>
                  <a:srgbClr val="E5E0D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Authentication</a:t>
            </a:r>
            <a:endParaRPr lang="en-US" sz="2430"/>
          </a:p>
        </p:txBody>
      </p:sp>
      <p:sp>
        <p:nvSpPr>
          <p:cNvPr id="11" name="Text 7"/>
          <p:cNvSpPr/>
          <p:nvPr/>
        </p:nvSpPr>
        <p:spPr>
          <a:xfrm>
            <a:off x="5524381" y="5903119"/>
            <a:ext cx="3581638" cy="790099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10"/>
              </a:lnSpc>
              <a:buNone/>
            </a:pPr>
            <a:r>
              <a:rPr lang="en-US" sz="1944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 is required for adding a review.</a:t>
            </a:r>
            <a:endParaRPr lang="en-US" sz="1944"/>
          </a:p>
        </p:txBody>
      </p:sp>
      <p:sp>
        <p:nvSpPr>
          <p:cNvPr id="12" name="Shape 8"/>
          <p:cNvSpPr/>
          <p:nvPr/>
        </p:nvSpPr>
        <p:spPr>
          <a:xfrm>
            <a:off x="9630132" y="5091946"/>
            <a:ext cx="4136231" cy="2273618"/>
          </a:xfrm>
          <a:prstGeom prst="roundRect">
            <a:avLst>
              <a:gd name="adj" fmla="val 9773"/>
            </a:avLst>
          </a:prstGeom>
          <a:solidFill>
            <a:srgbClr val="030303"/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3" name="Text 9"/>
          <p:cNvSpPr/>
          <p:nvPr/>
        </p:nvSpPr>
        <p:spPr>
          <a:xfrm>
            <a:off x="9907429" y="5369243"/>
            <a:ext cx="3086100" cy="385763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38"/>
              </a:lnSpc>
              <a:buNone/>
            </a:pPr>
            <a:r>
              <a:rPr lang="en-US" sz="2430">
                <a:solidFill>
                  <a:srgbClr val="E5E0D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Endpoints</a:t>
            </a:r>
            <a:endParaRPr lang="en-US" sz="2430"/>
          </a:p>
        </p:txBody>
      </p:sp>
      <p:sp>
        <p:nvSpPr>
          <p:cNvPr id="14" name="Text 10"/>
          <p:cNvSpPr/>
          <p:nvPr/>
        </p:nvSpPr>
        <p:spPr>
          <a:xfrm>
            <a:off x="9907429" y="5903119"/>
            <a:ext cx="3581638" cy="1185148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10"/>
              </a:lnSpc>
              <a:buNone/>
            </a:pPr>
            <a:r>
              <a:rPr lang="en-US" sz="1944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endpoints for retrieving and adding reviews for products.</a:t>
            </a:r>
            <a:endParaRPr lang="en-US" sz="1944"/>
          </a:p>
        </p:txBody>
      </p:sp>
      <p:pic>
        <p:nvPicPr>
          <p:cNvPr id="15" name="Image 2" descr="preencoded.png">
            <a:hlinkClick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50437" y="2271355"/>
            <a:ext cx="6172200" cy="771525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6075"/>
              </a:lnSpc>
              <a:buNone/>
            </a:pPr>
            <a:r>
              <a:rPr lang="en-US" sz="4860">
                <a:solidFill>
                  <a:srgbClr val="FFFFF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reportHandler</a:t>
            </a:r>
            <a:endParaRPr lang="en-US" sz="4860"/>
          </a:p>
        </p:txBody>
      </p:sp>
      <p:sp>
        <p:nvSpPr>
          <p:cNvPr id="6" name="Shape 2"/>
          <p:cNvSpPr/>
          <p:nvPr/>
        </p:nvSpPr>
        <p:spPr>
          <a:xfrm>
            <a:off x="6350437" y="3413165"/>
            <a:ext cx="7415927" cy="2545080"/>
          </a:xfrm>
          <a:prstGeom prst="roundRect">
            <a:avLst>
              <a:gd name="adj" fmla="val 8731"/>
            </a:avLst>
          </a:prstGeom>
          <a:noFill/>
          <a:ln w="1524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7" name="Shape 3"/>
          <p:cNvSpPr/>
          <p:nvPr/>
        </p:nvSpPr>
        <p:spPr>
          <a:xfrm>
            <a:off x="6365677" y="3428405"/>
            <a:ext cx="7385447" cy="706517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8" name="Text 4"/>
          <p:cNvSpPr/>
          <p:nvPr/>
        </p:nvSpPr>
        <p:spPr>
          <a:xfrm>
            <a:off x="6612493" y="3584138"/>
            <a:ext cx="3195280" cy="395049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10"/>
              </a:lnSpc>
              <a:buNone/>
            </a:pPr>
            <a:r>
              <a:rPr lang="en-US" sz="1944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Endpoint</a:t>
            </a:r>
            <a:endParaRPr lang="en-US" sz="1944"/>
          </a:p>
        </p:txBody>
      </p:sp>
      <p:sp>
        <p:nvSpPr>
          <p:cNvPr id="9" name="Text 5"/>
          <p:cNvSpPr/>
          <p:nvPr/>
        </p:nvSpPr>
        <p:spPr>
          <a:xfrm>
            <a:off x="10309027" y="3584138"/>
            <a:ext cx="3195280" cy="395049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10"/>
              </a:lnSpc>
              <a:buNone/>
            </a:pPr>
            <a:r>
              <a:rPr lang="en-US" sz="1944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Description</a:t>
            </a:r>
            <a:endParaRPr lang="en-US" sz="1944"/>
          </a:p>
        </p:txBody>
      </p:sp>
      <p:sp>
        <p:nvSpPr>
          <p:cNvPr id="10" name="Shape 6"/>
          <p:cNvSpPr/>
          <p:nvPr/>
        </p:nvSpPr>
        <p:spPr>
          <a:xfrm>
            <a:off x="6365677" y="4134922"/>
            <a:ext cx="7385447" cy="706517"/>
          </a:xfrm>
          <a:prstGeom prst="rect">
            <a:avLst/>
          </a:prstGeom>
          <a:solidFill>
            <a:srgbClr val="000000">
              <a:alpha val="4000"/>
            </a:srgbClr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1" name="Text 7"/>
          <p:cNvSpPr/>
          <p:nvPr/>
        </p:nvSpPr>
        <p:spPr>
          <a:xfrm>
            <a:off x="6612493" y="4290655"/>
            <a:ext cx="3195280" cy="395049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10"/>
              </a:lnSpc>
              <a:buNone/>
            </a:pPr>
            <a:r>
              <a:rPr lang="en-US" sz="1944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/report/sellerId={id}</a:t>
            </a:r>
            <a:endParaRPr lang="en-US" sz="1944"/>
          </a:p>
        </p:txBody>
      </p:sp>
      <p:sp>
        <p:nvSpPr>
          <p:cNvPr id="12" name="Text 8"/>
          <p:cNvSpPr/>
          <p:nvPr/>
        </p:nvSpPr>
        <p:spPr>
          <a:xfrm>
            <a:off x="10309027" y="4290655"/>
            <a:ext cx="3195280" cy="395049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10"/>
              </a:lnSpc>
              <a:buNone/>
            </a:pPr>
            <a:r>
              <a:rPr lang="en-US" sz="1944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Views reports for a seller.</a:t>
            </a:r>
            <a:endParaRPr lang="en-US" sz="1944"/>
          </a:p>
        </p:txBody>
      </p:sp>
      <p:sp>
        <p:nvSpPr>
          <p:cNvPr id="13" name="Shape 9"/>
          <p:cNvSpPr/>
          <p:nvPr/>
        </p:nvSpPr>
        <p:spPr>
          <a:xfrm>
            <a:off x="6365677" y="4841438"/>
            <a:ext cx="7385447" cy="1101566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4" name="Text 10"/>
          <p:cNvSpPr/>
          <p:nvPr/>
        </p:nvSpPr>
        <p:spPr>
          <a:xfrm>
            <a:off x="6612493" y="4997172"/>
            <a:ext cx="3195280" cy="790099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10"/>
              </a:lnSpc>
              <a:buNone/>
            </a:pPr>
            <a:r>
              <a:rPr lang="en-US" sz="1944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/report/productId={productId}&amp;sellerId={id}</a:t>
            </a:r>
            <a:endParaRPr lang="en-US" sz="1944"/>
          </a:p>
        </p:txBody>
      </p:sp>
      <p:sp>
        <p:nvSpPr>
          <p:cNvPr id="15" name="Text 11"/>
          <p:cNvSpPr/>
          <p:nvPr/>
        </p:nvSpPr>
        <p:spPr>
          <a:xfrm>
            <a:off x="10309027" y="4997172"/>
            <a:ext cx="3195280" cy="790099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10"/>
              </a:lnSpc>
              <a:buNone/>
            </a:pPr>
            <a:r>
              <a:rPr lang="en-US" sz="1944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Views reports by product ID for a seller.</a:t>
            </a:r>
            <a:endParaRPr lang="en-US" sz="1944"/>
          </a:p>
        </p:txBody>
      </p:sp>
      <p:pic>
        <p:nvPicPr>
          <p:cNvPr id="16" name="Image 2" descr="preencoded.png">
            <a:hlinkClick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4037" y="1092160"/>
            <a:ext cx="6257449" cy="771525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6075"/>
              </a:lnSpc>
              <a:buNone/>
            </a:pPr>
            <a:r>
              <a:rPr lang="en-US" sz="4860">
                <a:solidFill>
                  <a:srgbClr val="FFFFF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searchHistoryHandler</a:t>
            </a:r>
            <a:endParaRPr lang="en-US" sz="4860"/>
          </a:p>
        </p:txBody>
      </p:sp>
      <p:sp>
        <p:nvSpPr>
          <p:cNvPr id="6" name="Shape 2"/>
          <p:cNvSpPr/>
          <p:nvPr/>
        </p:nvSpPr>
        <p:spPr>
          <a:xfrm>
            <a:off x="864037" y="2511623"/>
            <a:ext cx="555427" cy="555427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7" name="Text 3"/>
          <p:cNvSpPr/>
          <p:nvPr/>
        </p:nvSpPr>
        <p:spPr>
          <a:xfrm>
            <a:off x="1070729" y="2604135"/>
            <a:ext cx="141923" cy="370284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916"/>
              </a:lnSpc>
              <a:buNone/>
            </a:pPr>
            <a:r>
              <a:rPr lang="en-US" sz="2916">
                <a:solidFill>
                  <a:srgbClr val="E5E0D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1</a:t>
            </a:r>
            <a:endParaRPr lang="en-US" sz="2916"/>
          </a:p>
        </p:txBody>
      </p:sp>
      <p:sp>
        <p:nvSpPr>
          <p:cNvPr id="8" name="Text 4"/>
          <p:cNvSpPr/>
          <p:nvPr/>
        </p:nvSpPr>
        <p:spPr>
          <a:xfrm>
            <a:off x="1666280" y="2511623"/>
            <a:ext cx="4087535" cy="385763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38"/>
              </a:lnSpc>
              <a:buNone/>
            </a:pPr>
            <a:r>
              <a:rPr lang="en-US" sz="2430">
                <a:solidFill>
                  <a:srgbClr val="E5E0D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Search History Management</a:t>
            </a:r>
            <a:endParaRPr lang="en-US" sz="2430"/>
          </a:p>
        </p:txBody>
      </p:sp>
      <p:sp>
        <p:nvSpPr>
          <p:cNvPr id="9" name="Text 5"/>
          <p:cNvSpPr/>
          <p:nvPr/>
        </p:nvSpPr>
        <p:spPr>
          <a:xfrm>
            <a:off x="1666280" y="3045500"/>
            <a:ext cx="6613684" cy="395049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10"/>
              </a:lnSpc>
              <a:buNone/>
            </a:pPr>
            <a:r>
              <a:rPr lang="en-US" sz="1944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Manages the retrieval of search histories.</a:t>
            </a:r>
            <a:endParaRPr lang="en-US" sz="1944"/>
          </a:p>
        </p:txBody>
      </p:sp>
      <p:sp>
        <p:nvSpPr>
          <p:cNvPr id="10" name="Shape 6"/>
          <p:cNvSpPr/>
          <p:nvPr/>
        </p:nvSpPr>
        <p:spPr>
          <a:xfrm>
            <a:off x="864037" y="3965019"/>
            <a:ext cx="555427" cy="555427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1" name="Text 7"/>
          <p:cNvSpPr/>
          <p:nvPr/>
        </p:nvSpPr>
        <p:spPr>
          <a:xfrm>
            <a:off x="1028581" y="4057531"/>
            <a:ext cx="226338" cy="370284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916"/>
              </a:lnSpc>
              <a:buNone/>
            </a:pPr>
            <a:r>
              <a:rPr lang="en-US" sz="2916">
                <a:solidFill>
                  <a:srgbClr val="E5E0D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2</a:t>
            </a:r>
            <a:endParaRPr lang="en-US" sz="2916"/>
          </a:p>
        </p:txBody>
      </p:sp>
      <p:sp>
        <p:nvSpPr>
          <p:cNvPr id="12" name="Text 8"/>
          <p:cNvSpPr/>
          <p:nvPr/>
        </p:nvSpPr>
        <p:spPr>
          <a:xfrm>
            <a:off x="1666280" y="3965019"/>
            <a:ext cx="3086100" cy="385763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38"/>
              </a:lnSpc>
              <a:buNone/>
            </a:pPr>
            <a:r>
              <a:rPr lang="en-US" sz="2430">
                <a:solidFill>
                  <a:srgbClr val="E5E0D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Authentication</a:t>
            </a:r>
            <a:endParaRPr lang="en-US" sz="2430"/>
          </a:p>
        </p:txBody>
      </p:sp>
      <p:sp>
        <p:nvSpPr>
          <p:cNvPr id="13" name="Text 9"/>
          <p:cNvSpPr/>
          <p:nvPr/>
        </p:nvSpPr>
        <p:spPr>
          <a:xfrm>
            <a:off x="1666280" y="4498896"/>
            <a:ext cx="6613684" cy="790099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10"/>
              </a:lnSpc>
              <a:buNone/>
            </a:pPr>
            <a:r>
              <a:rPr lang="en-US" sz="1944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 is required for retrieving search history by customer ID.</a:t>
            </a:r>
            <a:endParaRPr lang="en-US" sz="1944"/>
          </a:p>
        </p:txBody>
      </p:sp>
      <p:sp>
        <p:nvSpPr>
          <p:cNvPr id="14" name="Shape 10"/>
          <p:cNvSpPr/>
          <p:nvPr/>
        </p:nvSpPr>
        <p:spPr>
          <a:xfrm>
            <a:off x="864037" y="5813465"/>
            <a:ext cx="555427" cy="555427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30480">
            <a:solidFill>
              <a:srgbClr val="FC8337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5" name="Text 11"/>
          <p:cNvSpPr/>
          <p:nvPr/>
        </p:nvSpPr>
        <p:spPr>
          <a:xfrm>
            <a:off x="1029891" y="5905976"/>
            <a:ext cx="223718" cy="370284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916"/>
              </a:lnSpc>
              <a:buNone/>
            </a:pPr>
            <a:r>
              <a:rPr lang="en-US" sz="2916">
                <a:solidFill>
                  <a:srgbClr val="E5E0D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3</a:t>
            </a:r>
            <a:endParaRPr lang="en-US" sz="2916"/>
          </a:p>
        </p:txBody>
      </p:sp>
      <p:sp>
        <p:nvSpPr>
          <p:cNvPr id="16" name="Text 12"/>
          <p:cNvSpPr/>
          <p:nvPr/>
        </p:nvSpPr>
        <p:spPr>
          <a:xfrm>
            <a:off x="1666280" y="5813465"/>
            <a:ext cx="3086100" cy="385763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38"/>
              </a:lnSpc>
              <a:buNone/>
            </a:pPr>
            <a:r>
              <a:rPr lang="en-US" sz="2430">
                <a:solidFill>
                  <a:srgbClr val="E5E0D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Endpoints</a:t>
            </a:r>
            <a:endParaRPr lang="en-US" sz="2430"/>
          </a:p>
        </p:txBody>
      </p:sp>
      <p:sp>
        <p:nvSpPr>
          <p:cNvPr id="17" name="Text 13"/>
          <p:cNvSpPr/>
          <p:nvPr/>
        </p:nvSpPr>
        <p:spPr>
          <a:xfrm>
            <a:off x="1666280" y="6347341"/>
            <a:ext cx="6613684" cy="790099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10"/>
              </a:lnSpc>
              <a:buNone/>
            </a:pPr>
            <a:r>
              <a:rPr lang="en-US" sz="1944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endpoints for retrieving search histories by customer ID.</a:t>
            </a:r>
            <a:endParaRPr lang="en-US" sz="1944"/>
          </a:p>
        </p:txBody>
      </p:sp>
      <p:pic>
        <p:nvPicPr>
          <p:cNvPr id="18" name="Image 2" descr="preencoded.png">
            <a:hlinkClick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30077" y="664488"/>
            <a:ext cx="6061353" cy="753308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5932"/>
              </a:lnSpc>
              <a:buNone/>
            </a:pPr>
            <a:r>
              <a:rPr lang="en-US" sz="4746">
                <a:solidFill>
                  <a:srgbClr val="FFFFF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customerCareHandler</a:t>
            </a:r>
            <a:endParaRPr lang="en-US" sz="4746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0077" y="1779389"/>
            <a:ext cx="1205389" cy="192857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897058" y="2020372"/>
            <a:ext cx="3764518" cy="376595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66"/>
              </a:lnSpc>
              <a:buNone/>
            </a:pPr>
            <a:r>
              <a:rPr lang="en-US" sz="2373">
                <a:solidFill>
                  <a:srgbClr val="E5E0D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Customer Care Interactions</a:t>
            </a:r>
            <a:endParaRPr lang="en-US" sz="2373"/>
          </a:p>
        </p:txBody>
      </p:sp>
      <p:sp>
        <p:nvSpPr>
          <p:cNvPr id="8" name="Text 3"/>
          <p:cNvSpPr/>
          <p:nvPr/>
        </p:nvSpPr>
        <p:spPr>
          <a:xfrm>
            <a:off x="7897058" y="2541508"/>
            <a:ext cx="5889665" cy="771525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037"/>
              </a:lnSpc>
              <a:buNone/>
            </a:pPr>
            <a:r>
              <a:rPr lang="en-US" sz="1898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Handles customer care interactions through messaging.</a:t>
            </a:r>
            <a:endParaRPr lang="en-US" sz="1898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0077" y="3707963"/>
            <a:ext cx="1205389" cy="192857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897058" y="3948946"/>
            <a:ext cx="3013472" cy="376595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66"/>
              </a:lnSpc>
              <a:buNone/>
            </a:pPr>
            <a:r>
              <a:rPr lang="en-US" sz="2373">
                <a:solidFill>
                  <a:srgbClr val="E5E0D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Authentication</a:t>
            </a:r>
            <a:endParaRPr lang="en-US" sz="2373"/>
          </a:p>
        </p:txBody>
      </p:sp>
      <p:sp>
        <p:nvSpPr>
          <p:cNvPr id="11" name="Text 5"/>
          <p:cNvSpPr/>
          <p:nvPr/>
        </p:nvSpPr>
        <p:spPr>
          <a:xfrm>
            <a:off x="7897058" y="4470082"/>
            <a:ext cx="5889665" cy="385763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037"/>
              </a:lnSpc>
              <a:buNone/>
            </a:pPr>
            <a:r>
              <a:rPr lang="en-US" sz="1898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 is required for sending messages.</a:t>
            </a:r>
            <a:endParaRPr lang="en-US" sz="1898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0077" y="5636538"/>
            <a:ext cx="1205389" cy="192857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897058" y="5877520"/>
            <a:ext cx="3013472" cy="376595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966"/>
              </a:lnSpc>
              <a:buNone/>
            </a:pPr>
            <a:r>
              <a:rPr lang="en-US" sz="2373">
                <a:solidFill>
                  <a:srgbClr val="E5E0D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Endpoints</a:t>
            </a:r>
            <a:endParaRPr lang="en-US" sz="2373"/>
          </a:p>
        </p:txBody>
      </p:sp>
      <p:sp>
        <p:nvSpPr>
          <p:cNvPr id="14" name="Text 7"/>
          <p:cNvSpPr/>
          <p:nvPr/>
        </p:nvSpPr>
        <p:spPr>
          <a:xfrm>
            <a:off x="7897058" y="6398657"/>
            <a:ext cx="5889665" cy="771525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037"/>
              </a:lnSpc>
              <a:buNone/>
            </a:pPr>
            <a:r>
              <a:rPr lang="en-US" sz="1898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endpoints for sending messages to customer care.</a:t>
            </a:r>
            <a:endParaRPr lang="en-US" sz="1898"/>
          </a:p>
        </p:txBody>
      </p:sp>
      <p:pic>
        <p:nvPicPr>
          <p:cNvPr id="15" name="Image 5" descr="preencoded.png">
            <a:hlinkClick r:id="rId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4" name="Text 1"/>
          <p:cNvSpPr/>
          <p:nvPr/>
        </p:nvSpPr>
        <p:spPr>
          <a:xfrm>
            <a:off x="864037" y="2019419"/>
            <a:ext cx="12902327" cy="1543050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6075"/>
              </a:lnSpc>
              <a:buNone/>
            </a:pPr>
            <a:r>
              <a:rPr lang="en-US" sz="4860">
                <a:solidFill>
                  <a:srgbClr val="FFFFF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Product Recommendation and Recently Viewed Products</a:t>
            </a:r>
            <a:endParaRPr lang="en-US" sz="4860"/>
          </a:p>
        </p:txBody>
      </p:sp>
      <p:sp>
        <p:nvSpPr>
          <p:cNvPr id="5" name="Text 2"/>
          <p:cNvSpPr/>
          <p:nvPr/>
        </p:nvSpPr>
        <p:spPr>
          <a:xfrm>
            <a:off x="864037" y="4179570"/>
            <a:ext cx="3898821" cy="771525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38"/>
              </a:lnSpc>
              <a:buNone/>
            </a:pPr>
            <a:r>
              <a:rPr lang="en-US" sz="2430">
                <a:solidFill>
                  <a:srgbClr val="FFFFF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Product RecommendationHandler</a:t>
            </a:r>
            <a:endParaRPr lang="en-US" sz="2430"/>
          </a:p>
        </p:txBody>
      </p:sp>
      <p:sp>
        <p:nvSpPr>
          <p:cNvPr id="6" name="Text 3"/>
          <p:cNvSpPr/>
          <p:nvPr/>
        </p:nvSpPr>
        <p:spPr>
          <a:xfrm>
            <a:off x="864037" y="5197912"/>
            <a:ext cx="3898821" cy="790099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10"/>
              </a:lnSpc>
              <a:buNone/>
            </a:pPr>
            <a:r>
              <a:rPr lang="en-US" sz="1944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personalized product recommendations for customers.</a:t>
            </a:r>
            <a:endParaRPr lang="en-US" sz="1944"/>
          </a:p>
        </p:txBody>
      </p:sp>
      <p:sp>
        <p:nvSpPr>
          <p:cNvPr id="7" name="Text 4"/>
          <p:cNvSpPr/>
          <p:nvPr/>
        </p:nvSpPr>
        <p:spPr>
          <a:xfrm>
            <a:off x="5372695" y="4179570"/>
            <a:ext cx="3086100" cy="385763"/>
          </a:xfrm>
          <a:prstGeom prst="rect">
            <a:avLst/>
          </a:prstGeom>
          <a:noFill/>
        </p:spPr>
        <p:txBody>
          <a:bodyPr wrap="non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38"/>
              </a:lnSpc>
              <a:buNone/>
            </a:pPr>
            <a:r>
              <a:rPr lang="en-US" sz="2430">
                <a:solidFill>
                  <a:srgbClr val="FFFFF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Authentication</a:t>
            </a:r>
            <a:endParaRPr lang="en-US" sz="2430"/>
          </a:p>
        </p:txBody>
      </p:sp>
      <p:sp>
        <p:nvSpPr>
          <p:cNvPr id="8" name="Text 5"/>
          <p:cNvSpPr/>
          <p:nvPr/>
        </p:nvSpPr>
        <p:spPr>
          <a:xfrm>
            <a:off x="5372695" y="4812149"/>
            <a:ext cx="3898821" cy="790099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10"/>
              </a:lnSpc>
              <a:buNone/>
            </a:pPr>
            <a:r>
              <a:rPr lang="en-US" sz="1944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 is required for retrieving recommendations.</a:t>
            </a:r>
            <a:endParaRPr lang="en-US" sz="1944"/>
          </a:p>
        </p:txBody>
      </p:sp>
      <p:sp>
        <p:nvSpPr>
          <p:cNvPr id="9" name="Text 6"/>
          <p:cNvSpPr/>
          <p:nvPr/>
        </p:nvSpPr>
        <p:spPr>
          <a:xfrm>
            <a:off x="9881354" y="4179570"/>
            <a:ext cx="3898821" cy="771525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38"/>
              </a:lnSpc>
              <a:buNone/>
            </a:pPr>
            <a:r>
              <a:rPr lang="en-US" sz="2430">
                <a:solidFill>
                  <a:srgbClr val="FFFFFF"/>
                </a:solidFill>
                <a:latin typeface="Saira" pitchFamily="34" charset="0"/>
                <a:ea typeface="Saira" pitchFamily="34" charset="-122"/>
                <a:cs typeface="Saira" pitchFamily="34" charset="-120"/>
              </a:rPr>
              <a:t>recentlyViewedProductHandler</a:t>
            </a:r>
            <a:endParaRPr lang="en-US" sz="2430"/>
          </a:p>
        </p:txBody>
      </p:sp>
      <p:sp>
        <p:nvSpPr>
          <p:cNvPr id="10" name="Text 7"/>
          <p:cNvSpPr/>
          <p:nvPr/>
        </p:nvSpPr>
        <p:spPr>
          <a:xfrm>
            <a:off x="9881354" y="5197912"/>
            <a:ext cx="3898821" cy="790099"/>
          </a:xfrm>
          <a:prstGeom prst="rect">
            <a:avLst/>
          </a:prstGeom>
          <a:noFill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10"/>
              </a:lnSpc>
              <a:buNone/>
            </a:pPr>
            <a:r>
              <a:rPr lang="en-US" sz="1944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Manages the retrieval of recently viewed products.</a:t>
            </a:r>
            <a:endParaRPr lang="en-US" sz="1944"/>
          </a:p>
        </p:txBody>
      </p:sp>
      <p:pic>
        <p:nvPicPr>
          <p:cNvPr id="11" name="Image 1" descr="preencoded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29"/>
  <p:tag name="AS_OS" val="Unix 5.4.0.189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175</Paragraphs>
  <Slides>17</Slides>
  <Notes>17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baseType="lpstr" size="25">
      <vt:lpstr>Arial</vt:lpstr>
      <vt:lpstr>Calibri</vt:lpstr>
      <vt:lpstr>Calibri Light</vt:lpstr>
      <vt:lpstr>Fira Mono</vt:lpstr>
      <vt:lpstr>Fira Sans</vt:lpstr>
      <vt:lpstr>Saira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2024-08-19T06:37:03.073</cp:lastPrinted>
  <dcterms:created xsi:type="dcterms:W3CDTF">2024-08-19T06:37:03Z</dcterms:created>
  <dcterms:modified xsi:type="dcterms:W3CDTF">2024-08-19T06:37:03Z</dcterms:modified>
</cp:coreProperties>
</file>